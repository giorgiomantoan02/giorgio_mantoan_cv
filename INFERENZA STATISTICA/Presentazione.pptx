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9" r:id="rId10"/>
    <p:sldId id="263" r:id="rId11"/>
    <p:sldId id="270" r:id="rId12"/>
    <p:sldId id="264" r:id="rId13"/>
    <p:sldId id="265" r:id="rId14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65D70-248B-9F97-6470-1150F18200BD}" v="19" dt="2024-06-23T10:08:22.041"/>
    <p1510:client id="{22F9780C-02D6-1DB5-ECC8-73BD8354E527}" v="1133" dt="2024-06-23T09:48:50.986"/>
    <p1510:client id="{2C96C031-0FD7-96B6-F5D7-DFDBF3B0C22B}" v="20" dt="2024-06-22T18:20:06.036"/>
    <p1510:client id="{31226897-5B1B-6E9B-102A-259E579421A3}" v="118" dt="2024-06-23T09:38:03.529"/>
    <p1510:client id="{3CC18AFD-07DC-F101-B285-40B15E61FDDF}" v="25" dt="2024-06-23T09:26:03.074"/>
    <p1510:client id="{47D3EF89-72A4-3EC9-54A9-FF922A64E301}" v="2" dt="2024-06-24T05:50:33.427"/>
    <p1510:client id="{5286B442-5875-23B3-847A-1EE7B88F1077}" v="35" dt="2024-06-22T14:33:49.864"/>
    <p1510:client id="{53743A51-3F68-F3F5-2519-97848274815A}" v="2392" dt="2024-06-22T17:31:26.697"/>
    <p1510:client id="{5D0BCA2A-3245-CF49-0591-1804AE920566}" v="587" dt="2024-06-22T15:44:55.115"/>
    <p1510:client id="{829DE188-7EE0-70F3-30E8-DEBC61862076}" v="338" dt="2024-06-22T18:03:46.200"/>
    <p1510:client id="{8E2FC5E6-5C96-B19F-F846-6FE70CB4A65B}" v="1199" dt="2024-06-22T14:39:30.484"/>
    <p1510:client id="{D12E6BCA-3B0D-8F6C-C6C1-9C3044173938}" v="3" dt="2024-06-24T12:27:32.161"/>
    <p1510:client id="{DCF42168-E817-BC8F-8B92-2F25D54EC0E2}" v="390" dt="2024-06-23T15:49:07.804"/>
    <p1510:client id="{F0FF10F9-804D-BC30-7133-92AAFD155BE9}" v="10" dt="2024-06-24T12:32:34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Pellizzari" userId="S::10765394@polimi.it::78abf4ff-5422-46cc-876c-504ba7ecf233" providerId="AD" clId="Web-{22F9780C-02D6-1DB5-ECC8-73BD8354E527}"/>
    <pc:docChg chg="modSld">
      <pc:chgData name="Sofia Pellizzari" userId="S::10765394@polimi.it::78abf4ff-5422-46cc-876c-504ba7ecf233" providerId="AD" clId="Web-{22F9780C-02D6-1DB5-ECC8-73BD8354E527}" dt="2024-06-23T09:48:50.986" v="1071" actId="20577"/>
      <pc:docMkLst>
        <pc:docMk/>
      </pc:docMkLst>
      <pc:sldChg chg="modSp">
        <pc:chgData name="Sofia Pellizzari" userId="S::10765394@polimi.it::78abf4ff-5422-46cc-876c-504ba7ecf233" providerId="AD" clId="Web-{22F9780C-02D6-1DB5-ECC8-73BD8354E527}" dt="2024-06-23T08:10:29.583" v="206" actId="20577"/>
        <pc:sldMkLst>
          <pc:docMk/>
          <pc:sldMk cId="2284133991" sldId="256"/>
        </pc:sldMkLst>
        <pc:spChg chg="mod">
          <ac:chgData name="Sofia Pellizzari" userId="S::10765394@polimi.it::78abf4ff-5422-46cc-876c-504ba7ecf233" providerId="AD" clId="Web-{22F9780C-02D6-1DB5-ECC8-73BD8354E527}" dt="2024-06-23T08:10:29.583" v="206" actId="20577"/>
          <ac:spMkLst>
            <pc:docMk/>
            <pc:sldMk cId="2284133991" sldId="256"/>
            <ac:spMk id="2" creationId="{5AAB0932-D757-C2BB-0546-F6904DE58DA7}"/>
          </ac:spMkLst>
        </pc:spChg>
        <pc:spChg chg="mod">
          <ac:chgData name="Sofia Pellizzari" userId="S::10765394@polimi.it::78abf4ff-5422-46cc-876c-504ba7ecf233" providerId="AD" clId="Web-{22F9780C-02D6-1DB5-ECC8-73BD8354E527}" dt="2024-06-23T08:02:58.805" v="46" actId="20577"/>
          <ac:spMkLst>
            <pc:docMk/>
            <pc:sldMk cId="2284133991" sldId="256"/>
            <ac:spMk id="3" creationId="{E873D65C-B094-FBCC-1615-6F841F39E2AD}"/>
          </ac:spMkLst>
        </pc:spChg>
      </pc:sldChg>
      <pc:sldChg chg="modSp">
        <pc:chgData name="Sofia Pellizzari" userId="S::10765394@polimi.it::78abf4ff-5422-46cc-876c-504ba7ecf233" providerId="AD" clId="Web-{22F9780C-02D6-1DB5-ECC8-73BD8354E527}" dt="2024-06-23T08:09:03.206" v="202" actId="20577"/>
        <pc:sldMkLst>
          <pc:docMk/>
          <pc:sldMk cId="1190504049" sldId="257"/>
        </pc:sldMkLst>
        <pc:spChg chg="mod">
          <ac:chgData name="Sofia Pellizzari" userId="S::10765394@polimi.it::78abf4ff-5422-46cc-876c-504ba7ecf233" providerId="AD" clId="Web-{22F9780C-02D6-1DB5-ECC8-73BD8354E527}" dt="2024-06-23T08:04:22.714" v="76" actId="14100"/>
          <ac:spMkLst>
            <pc:docMk/>
            <pc:sldMk cId="1190504049" sldId="257"/>
            <ac:spMk id="2" creationId="{656AB35F-84BF-E00C-1223-FA4167D7AA07}"/>
          </ac:spMkLst>
        </pc:spChg>
        <pc:spChg chg="mod">
          <ac:chgData name="Sofia Pellizzari" userId="S::10765394@polimi.it::78abf4ff-5422-46cc-876c-504ba7ecf233" providerId="AD" clId="Web-{22F9780C-02D6-1DB5-ECC8-73BD8354E527}" dt="2024-06-23T08:09:03.206" v="202" actId="20577"/>
          <ac:spMkLst>
            <pc:docMk/>
            <pc:sldMk cId="1190504049" sldId="257"/>
            <ac:spMk id="3" creationId="{3D1725B5-707D-632E-69FD-9C00D0378E88}"/>
          </ac:spMkLst>
        </pc:spChg>
        <pc:picChg chg="mod">
          <ac:chgData name="Sofia Pellizzari" userId="S::10765394@polimi.it::78abf4ff-5422-46cc-876c-504ba7ecf233" providerId="AD" clId="Web-{22F9780C-02D6-1DB5-ECC8-73BD8354E527}" dt="2024-06-23T08:07:32.125" v="103" actId="14100"/>
          <ac:picMkLst>
            <pc:docMk/>
            <pc:sldMk cId="1190504049" sldId="257"/>
            <ac:picMk id="4" creationId="{A84F430B-C4FF-E46B-0650-8F38A7A30CDF}"/>
          </ac:picMkLst>
        </pc:picChg>
      </pc:sldChg>
      <pc:sldChg chg="addSp delSp modSp mod setBg">
        <pc:chgData name="Sofia Pellizzari" userId="S::10765394@polimi.it::78abf4ff-5422-46cc-876c-504ba7ecf233" providerId="AD" clId="Web-{22F9780C-02D6-1DB5-ECC8-73BD8354E527}" dt="2024-06-23T08:39:22.350" v="289" actId="20577"/>
        <pc:sldMkLst>
          <pc:docMk/>
          <pc:sldMk cId="3341535718" sldId="258"/>
        </pc:sldMkLst>
        <pc:spChg chg="mod">
          <ac:chgData name="Sofia Pellizzari" userId="S::10765394@polimi.it::78abf4ff-5422-46cc-876c-504ba7ecf233" providerId="AD" clId="Web-{22F9780C-02D6-1DB5-ECC8-73BD8354E527}" dt="2024-06-23T08:17:40.610" v="262"/>
          <ac:spMkLst>
            <pc:docMk/>
            <pc:sldMk cId="3341535718" sldId="258"/>
            <ac:spMk id="2" creationId="{A8B55CB1-9C8C-59FD-1A62-3825C74437C8}"/>
          </ac:spMkLst>
        </pc:spChg>
        <pc:spChg chg="mod">
          <ac:chgData name="Sofia Pellizzari" userId="S::10765394@polimi.it::78abf4ff-5422-46cc-876c-504ba7ecf233" providerId="AD" clId="Web-{22F9780C-02D6-1DB5-ECC8-73BD8354E527}" dt="2024-06-23T08:39:22.350" v="289" actId="20577"/>
          <ac:spMkLst>
            <pc:docMk/>
            <pc:sldMk cId="3341535718" sldId="258"/>
            <ac:spMk id="3" creationId="{4E8787C9-2CB5-1ED3-0CF7-CE2F92B7E054}"/>
          </ac:spMkLst>
        </pc:spChg>
        <pc:spChg chg="add del">
          <ac:chgData name="Sofia Pellizzari" userId="S::10765394@polimi.it::78abf4ff-5422-46cc-876c-504ba7ecf233" providerId="AD" clId="Web-{22F9780C-02D6-1DB5-ECC8-73BD8354E527}" dt="2024-06-23T08:17:40.610" v="262"/>
          <ac:spMkLst>
            <pc:docMk/>
            <pc:sldMk cId="3341535718" sldId="258"/>
            <ac:spMk id="9" creationId="{2C61293E-6EBE-43EF-A52C-9BEBFD7679D4}"/>
          </ac:spMkLst>
        </pc:spChg>
        <pc:spChg chg="add del">
          <ac:chgData name="Sofia Pellizzari" userId="S::10765394@polimi.it::78abf4ff-5422-46cc-876c-504ba7ecf233" providerId="AD" clId="Web-{22F9780C-02D6-1DB5-ECC8-73BD8354E527}" dt="2024-06-23T08:17:40.610" v="262"/>
          <ac:spMkLst>
            <pc:docMk/>
            <pc:sldMk cId="3341535718" sldId="258"/>
            <ac:spMk id="11" creationId="{3FCFB1DE-0B7E-48CC-BA90-B2AB0889F9D6}"/>
          </ac:spMkLst>
        </pc:spChg>
        <pc:picChg chg="add del">
          <ac:chgData name="Sofia Pellizzari" userId="S::10765394@polimi.it::78abf4ff-5422-46cc-876c-504ba7ecf233" providerId="AD" clId="Web-{22F9780C-02D6-1DB5-ECC8-73BD8354E527}" dt="2024-06-23T08:17:40.610" v="262"/>
          <ac:picMkLst>
            <pc:docMk/>
            <pc:sldMk cId="3341535718" sldId="258"/>
            <ac:picMk id="5" creationId="{731F1898-8135-B7B4-A1EF-795BB2D80F91}"/>
          </ac:picMkLst>
        </pc:picChg>
      </pc:sldChg>
      <pc:sldChg chg="modSp">
        <pc:chgData name="Sofia Pellizzari" userId="S::10765394@polimi.it::78abf4ff-5422-46cc-876c-504ba7ecf233" providerId="AD" clId="Web-{22F9780C-02D6-1DB5-ECC8-73BD8354E527}" dt="2024-06-23T08:40:31.023" v="298" actId="20577"/>
        <pc:sldMkLst>
          <pc:docMk/>
          <pc:sldMk cId="1728464903" sldId="259"/>
        </pc:sldMkLst>
        <pc:spChg chg="mod">
          <ac:chgData name="Sofia Pellizzari" userId="S::10765394@polimi.it::78abf4ff-5422-46cc-876c-504ba7ecf233" providerId="AD" clId="Web-{22F9780C-02D6-1DB5-ECC8-73BD8354E527}" dt="2024-06-23T08:40:08.148" v="295" actId="20577"/>
          <ac:spMkLst>
            <pc:docMk/>
            <pc:sldMk cId="1728464903" sldId="259"/>
            <ac:spMk id="2" creationId="{955DDB4E-F180-4C27-0377-C7F87BC6388B}"/>
          </ac:spMkLst>
        </pc:spChg>
        <pc:spChg chg="mod">
          <ac:chgData name="Sofia Pellizzari" userId="S::10765394@polimi.it::78abf4ff-5422-46cc-876c-504ba7ecf233" providerId="AD" clId="Web-{22F9780C-02D6-1DB5-ECC8-73BD8354E527}" dt="2024-06-23T08:40:31.023" v="298" actId="20577"/>
          <ac:spMkLst>
            <pc:docMk/>
            <pc:sldMk cId="1728464903" sldId="259"/>
            <ac:spMk id="3" creationId="{35351235-E0A9-A4FF-BB9C-DC8FFFE0C6DE}"/>
          </ac:spMkLst>
        </pc:spChg>
      </pc:sldChg>
      <pc:sldChg chg="addSp modSp">
        <pc:chgData name="Sofia Pellizzari" userId="S::10765394@polimi.it::78abf4ff-5422-46cc-876c-504ba7ecf233" providerId="AD" clId="Web-{22F9780C-02D6-1DB5-ECC8-73BD8354E527}" dt="2024-06-23T08:47:50.145" v="362" actId="20577"/>
        <pc:sldMkLst>
          <pc:docMk/>
          <pc:sldMk cId="3702985839" sldId="260"/>
        </pc:sldMkLst>
        <pc:spChg chg="mod">
          <ac:chgData name="Sofia Pellizzari" userId="S::10765394@polimi.it::78abf4ff-5422-46cc-876c-504ba7ecf233" providerId="AD" clId="Web-{22F9780C-02D6-1DB5-ECC8-73BD8354E527}" dt="2024-06-23T08:43:36.279" v="320" actId="20577"/>
          <ac:spMkLst>
            <pc:docMk/>
            <pc:sldMk cId="3702985839" sldId="260"/>
            <ac:spMk id="2" creationId="{51CBBA9C-7CF6-223D-CEC9-880A24AA96B8}"/>
          </ac:spMkLst>
        </pc:spChg>
        <pc:spChg chg="mod">
          <ac:chgData name="Sofia Pellizzari" userId="S::10765394@polimi.it::78abf4ff-5422-46cc-876c-504ba7ecf233" providerId="AD" clId="Web-{22F9780C-02D6-1DB5-ECC8-73BD8354E527}" dt="2024-06-23T08:47:50.145" v="362" actId="20577"/>
          <ac:spMkLst>
            <pc:docMk/>
            <pc:sldMk cId="3702985839" sldId="260"/>
            <ac:spMk id="3" creationId="{87D5130C-A343-0968-73EE-D4CED8B6E7AE}"/>
          </ac:spMkLst>
        </pc:spChg>
        <pc:picChg chg="mod">
          <ac:chgData name="Sofia Pellizzari" userId="S::10765394@polimi.it::78abf4ff-5422-46cc-876c-504ba7ecf233" providerId="AD" clId="Web-{22F9780C-02D6-1DB5-ECC8-73BD8354E527}" dt="2024-06-23T08:46:31.908" v="349" actId="14100"/>
          <ac:picMkLst>
            <pc:docMk/>
            <pc:sldMk cId="3702985839" sldId="260"/>
            <ac:picMk id="7" creationId="{355EA247-AD29-344D-9D39-C9D100182086}"/>
          </ac:picMkLst>
        </pc:picChg>
        <pc:picChg chg="mod">
          <ac:chgData name="Sofia Pellizzari" userId="S::10765394@polimi.it::78abf4ff-5422-46cc-876c-504ba7ecf233" providerId="AD" clId="Web-{22F9780C-02D6-1DB5-ECC8-73BD8354E527}" dt="2024-06-23T08:46:14.408" v="348" actId="1076"/>
          <ac:picMkLst>
            <pc:docMk/>
            <pc:sldMk cId="3702985839" sldId="260"/>
            <ac:picMk id="9" creationId="{678FD97A-EFAF-962B-FA48-38E37DB2171C}"/>
          </ac:picMkLst>
        </pc:picChg>
        <pc:cxnChg chg="add mod">
          <ac:chgData name="Sofia Pellizzari" userId="S::10765394@polimi.it::78abf4ff-5422-46cc-876c-504ba7ecf233" providerId="AD" clId="Web-{22F9780C-02D6-1DB5-ECC8-73BD8354E527}" dt="2024-06-23T08:45:43.032" v="347"/>
          <ac:cxnSpMkLst>
            <pc:docMk/>
            <pc:sldMk cId="3702985839" sldId="260"/>
            <ac:cxnSpMk id="4" creationId="{D7F0CC0C-7B7F-9F69-77DF-74A3308DDCAC}"/>
          </ac:cxnSpMkLst>
        </pc:cxnChg>
      </pc:sldChg>
      <pc:sldChg chg="addSp modSp mod modClrScheme chgLayout">
        <pc:chgData name="Sofia Pellizzari" userId="S::10765394@polimi.it::78abf4ff-5422-46cc-876c-504ba7ecf233" providerId="AD" clId="Web-{22F9780C-02D6-1DB5-ECC8-73BD8354E527}" dt="2024-06-23T08:58:00.840" v="472" actId="20577"/>
        <pc:sldMkLst>
          <pc:docMk/>
          <pc:sldMk cId="3719791006" sldId="261"/>
        </pc:sldMkLst>
        <pc:spChg chg="mod ord">
          <ac:chgData name="Sofia Pellizzari" userId="S::10765394@polimi.it::78abf4ff-5422-46cc-876c-504ba7ecf233" providerId="AD" clId="Web-{22F9780C-02D6-1DB5-ECC8-73BD8354E527}" dt="2024-06-23T08:57:07.510" v="463" actId="1076"/>
          <ac:spMkLst>
            <pc:docMk/>
            <pc:sldMk cId="3719791006" sldId="261"/>
            <ac:spMk id="2" creationId="{10E1E023-7D1F-A1EF-CA81-42B0A8F37BB1}"/>
          </ac:spMkLst>
        </pc:spChg>
        <pc:spChg chg="mod ord">
          <ac:chgData name="Sofia Pellizzari" userId="S::10765394@polimi.it::78abf4ff-5422-46cc-876c-504ba7ecf233" providerId="AD" clId="Web-{22F9780C-02D6-1DB5-ECC8-73BD8354E527}" dt="2024-06-23T08:55:12.022" v="447" actId="20577"/>
          <ac:spMkLst>
            <pc:docMk/>
            <pc:sldMk cId="3719791006" sldId="261"/>
            <ac:spMk id="3" creationId="{A8EFD721-EBE7-D9B8-8859-87AC36950AEE}"/>
          </ac:spMkLst>
        </pc:spChg>
        <pc:spChg chg="add mod ord">
          <ac:chgData name="Sofia Pellizzari" userId="S::10765394@polimi.it::78abf4ff-5422-46cc-876c-504ba7ecf233" providerId="AD" clId="Web-{22F9780C-02D6-1DB5-ECC8-73BD8354E527}" dt="2024-06-23T08:58:00.840" v="472" actId="20577"/>
          <ac:spMkLst>
            <pc:docMk/>
            <pc:sldMk cId="3719791006" sldId="261"/>
            <ac:spMk id="5" creationId="{F5C22967-8382-295C-95CA-20CEE8BE475C}"/>
          </ac:spMkLst>
        </pc:spChg>
        <pc:graphicFrameChg chg="mod modGraphic">
          <ac:chgData name="Sofia Pellizzari" userId="S::10765394@polimi.it::78abf4ff-5422-46cc-876c-504ba7ecf233" providerId="AD" clId="Web-{22F9780C-02D6-1DB5-ECC8-73BD8354E527}" dt="2024-06-23T08:57:19.401" v="466"/>
          <ac:graphicFrameMkLst>
            <pc:docMk/>
            <pc:sldMk cId="3719791006" sldId="261"/>
            <ac:graphicFrameMk id="6" creationId="{6DD8A12B-B141-6AB9-AD38-3ED7E3569849}"/>
          </ac:graphicFrameMkLst>
        </pc:graphicFrameChg>
        <pc:picChg chg="mod">
          <ac:chgData name="Sofia Pellizzari" userId="S::10765394@polimi.it::78abf4ff-5422-46cc-876c-504ba7ecf233" providerId="AD" clId="Web-{22F9780C-02D6-1DB5-ECC8-73BD8354E527}" dt="2024-06-23T08:57:10.150" v="464" actId="1076"/>
          <ac:picMkLst>
            <pc:docMk/>
            <pc:sldMk cId="3719791006" sldId="261"/>
            <ac:picMk id="4" creationId="{CC730C21-86AE-DB5D-36CD-8093ADC6BCA7}"/>
          </ac:picMkLst>
        </pc:picChg>
      </pc:sldChg>
      <pc:sldChg chg="addSp modSp mod modClrScheme chgLayout">
        <pc:chgData name="Sofia Pellizzari" userId="S::10765394@polimi.it::78abf4ff-5422-46cc-876c-504ba7ecf233" providerId="AD" clId="Web-{22F9780C-02D6-1DB5-ECC8-73BD8354E527}" dt="2024-06-23T09:14:29.976" v="755" actId="1076"/>
        <pc:sldMkLst>
          <pc:docMk/>
          <pc:sldMk cId="1011386390" sldId="263"/>
        </pc:sldMkLst>
        <pc:spChg chg="mod ord">
          <ac:chgData name="Sofia Pellizzari" userId="S::10765394@polimi.it::78abf4ff-5422-46cc-876c-504ba7ecf233" providerId="AD" clId="Web-{22F9780C-02D6-1DB5-ECC8-73BD8354E527}" dt="2024-06-23T09:08:31.920" v="560"/>
          <ac:spMkLst>
            <pc:docMk/>
            <pc:sldMk cId="1011386390" sldId="263"/>
            <ac:spMk id="2" creationId="{0D8C689C-28D3-A42D-E849-8EA898D598F9}"/>
          </ac:spMkLst>
        </pc:spChg>
        <pc:spChg chg="mod ord">
          <ac:chgData name="Sofia Pellizzari" userId="S::10765394@polimi.it::78abf4ff-5422-46cc-876c-504ba7ecf233" providerId="AD" clId="Web-{22F9780C-02D6-1DB5-ECC8-73BD8354E527}" dt="2024-06-23T09:10:47.970" v="603" actId="1076"/>
          <ac:spMkLst>
            <pc:docMk/>
            <pc:sldMk cId="1011386390" sldId="263"/>
            <ac:spMk id="3" creationId="{5E0AD193-C506-3A5D-DD3C-EA22C9520306}"/>
          </ac:spMkLst>
        </pc:spChg>
        <pc:spChg chg="add mod ord">
          <ac:chgData name="Sofia Pellizzari" userId="S::10765394@polimi.it::78abf4ff-5422-46cc-876c-504ba7ecf233" providerId="AD" clId="Web-{22F9780C-02D6-1DB5-ECC8-73BD8354E527}" dt="2024-06-23T09:14:19.273" v="754" actId="20577"/>
          <ac:spMkLst>
            <pc:docMk/>
            <pc:sldMk cId="1011386390" sldId="263"/>
            <ac:spMk id="6" creationId="{7A18572A-86C5-D6D2-6830-B057D0818E42}"/>
          </ac:spMkLst>
        </pc:spChg>
        <pc:spChg chg="add mod">
          <ac:chgData name="Sofia Pellizzari" userId="S::10765394@polimi.it::78abf4ff-5422-46cc-876c-504ba7ecf233" providerId="AD" clId="Web-{22F9780C-02D6-1DB5-ECC8-73BD8354E527}" dt="2024-06-23T09:14:29.976" v="755" actId="1076"/>
          <ac:spMkLst>
            <pc:docMk/>
            <pc:sldMk cId="1011386390" sldId="263"/>
            <ac:spMk id="7" creationId="{58342D2F-64CE-B00C-3FEE-DE5678ABD311}"/>
          </ac:spMkLst>
        </pc:spChg>
        <pc:picChg chg="mod">
          <ac:chgData name="Sofia Pellizzari" userId="S::10765394@polimi.it::78abf4ff-5422-46cc-876c-504ba7ecf233" providerId="AD" clId="Web-{22F9780C-02D6-1DB5-ECC8-73BD8354E527}" dt="2024-06-23T09:10:39.704" v="602" actId="1076"/>
          <ac:picMkLst>
            <pc:docMk/>
            <pc:sldMk cId="1011386390" sldId="263"/>
            <ac:picMk id="4" creationId="{44E156E2-725E-16F7-78D4-4308546EC9D0}"/>
          </ac:picMkLst>
        </pc:picChg>
        <pc:picChg chg="mod">
          <ac:chgData name="Sofia Pellizzari" userId="S::10765394@polimi.it::78abf4ff-5422-46cc-876c-504ba7ecf233" providerId="AD" clId="Web-{22F9780C-02D6-1DB5-ECC8-73BD8354E527}" dt="2024-06-23T09:13:11.990" v="701" actId="1076"/>
          <ac:picMkLst>
            <pc:docMk/>
            <pc:sldMk cId="1011386390" sldId="263"/>
            <ac:picMk id="5" creationId="{4B90606C-F101-AD69-E50D-3D3E777E97C8}"/>
          </ac:picMkLst>
        </pc:picChg>
      </pc:sldChg>
      <pc:sldChg chg="modSp">
        <pc:chgData name="Sofia Pellizzari" userId="S::10765394@polimi.it::78abf4ff-5422-46cc-876c-504ba7ecf233" providerId="AD" clId="Web-{22F9780C-02D6-1DB5-ECC8-73BD8354E527}" dt="2024-06-23T09:30:50.019" v="868" actId="20577"/>
        <pc:sldMkLst>
          <pc:docMk/>
          <pc:sldMk cId="1765460653" sldId="264"/>
        </pc:sldMkLst>
        <pc:spChg chg="mod">
          <ac:chgData name="Sofia Pellizzari" userId="S::10765394@polimi.it::78abf4ff-5422-46cc-876c-504ba7ecf233" providerId="AD" clId="Web-{22F9780C-02D6-1DB5-ECC8-73BD8354E527}" dt="2024-06-23T09:17:24.388" v="790" actId="1076"/>
          <ac:spMkLst>
            <pc:docMk/>
            <pc:sldMk cId="1765460653" sldId="264"/>
            <ac:spMk id="2" creationId="{E2E2963D-959E-BF5E-4979-DB5702A6C1CC}"/>
          </ac:spMkLst>
        </pc:spChg>
        <pc:spChg chg="mod">
          <ac:chgData name="Sofia Pellizzari" userId="S::10765394@polimi.it::78abf4ff-5422-46cc-876c-504ba7ecf233" providerId="AD" clId="Web-{22F9780C-02D6-1DB5-ECC8-73BD8354E527}" dt="2024-06-23T09:30:50.019" v="868" actId="20577"/>
          <ac:spMkLst>
            <pc:docMk/>
            <pc:sldMk cId="1765460653" sldId="264"/>
            <ac:spMk id="3" creationId="{B00888EA-9095-9B74-5183-3C6379FC12D5}"/>
          </ac:spMkLst>
        </pc:spChg>
        <pc:picChg chg="mod">
          <ac:chgData name="Sofia Pellizzari" userId="S::10765394@polimi.it::78abf4ff-5422-46cc-876c-504ba7ecf233" providerId="AD" clId="Web-{22F9780C-02D6-1DB5-ECC8-73BD8354E527}" dt="2024-06-23T09:30:04.049" v="842" actId="1076"/>
          <ac:picMkLst>
            <pc:docMk/>
            <pc:sldMk cId="1765460653" sldId="264"/>
            <ac:picMk id="4" creationId="{A8C5C0F6-2C96-C8A2-52B3-953E1678E725}"/>
          </ac:picMkLst>
        </pc:picChg>
        <pc:picChg chg="mod">
          <ac:chgData name="Sofia Pellizzari" userId="S::10765394@polimi.it::78abf4ff-5422-46cc-876c-504ba7ecf233" providerId="AD" clId="Web-{22F9780C-02D6-1DB5-ECC8-73BD8354E527}" dt="2024-06-23T09:30:08.831" v="843" actId="1076"/>
          <ac:picMkLst>
            <pc:docMk/>
            <pc:sldMk cId="1765460653" sldId="264"/>
            <ac:picMk id="5" creationId="{CACFF278-1B50-D1AF-088B-1F29791F0C43}"/>
          </ac:picMkLst>
        </pc:picChg>
      </pc:sldChg>
      <pc:sldChg chg="addSp modSp">
        <pc:chgData name="Sofia Pellizzari" userId="S::10765394@polimi.it::78abf4ff-5422-46cc-876c-504ba7ecf233" providerId="AD" clId="Web-{22F9780C-02D6-1DB5-ECC8-73BD8354E527}" dt="2024-06-23T09:48:50.986" v="1071" actId="20577"/>
        <pc:sldMkLst>
          <pc:docMk/>
          <pc:sldMk cId="817792079" sldId="265"/>
        </pc:sldMkLst>
        <pc:spChg chg="mod">
          <ac:chgData name="Sofia Pellizzari" userId="S::10765394@polimi.it::78abf4ff-5422-46cc-876c-504ba7ecf233" providerId="AD" clId="Web-{22F9780C-02D6-1DB5-ECC8-73BD8354E527}" dt="2024-06-23T09:31:41.333" v="871" actId="1076"/>
          <ac:spMkLst>
            <pc:docMk/>
            <pc:sldMk cId="817792079" sldId="265"/>
            <ac:spMk id="2" creationId="{75B2D2FE-4E04-C1BC-B67D-378FFB75B04A}"/>
          </ac:spMkLst>
        </pc:spChg>
        <pc:spChg chg="mod">
          <ac:chgData name="Sofia Pellizzari" userId="S::10765394@polimi.it::78abf4ff-5422-46cc-876c-504ba7ecf233" providerId="AD" clId="Web-{22F9780C-02D6-1DB5-ECC8-73BD8354E527}" dt="2024-06-23T09:48:50.986" v="1071" actId="20577"/>
          <ac:spMkLst>
            <pc:docMk/>
            <pc:sldMk cId="817792079" sldId="265"/>
            <ac:spMk id="3" creationId="{F52632A8-25FD-3D62-745F-34244304D0F2}"/>
          </ac:spMkLst>
        </pc:spChg>
        <pc:spChg chg="add mod">
          <ac:chgData name="Sofia Pellizzari" userId="S::10765394@polimi.it::78abf4ff-5422-46cc-876c-504ba7ecf233" providerId="AD" clId="Web-{22F9780C-02D6-1DB5-ECC8-73BD8354E527}" dt="2024-06-23T09:42:51.289" v="926" actId="14100"/>
          <ac:spMkLst>
            <pc:docMk/>
            <pc:sldMk cId="817792079" sldId="265"/>
            <ac:spMk id="5" creationId="{ECB716C2-9A32-CE97-1445-3B89A8A64519}"/>
          </ac:spMkLst>
        </pc:spChg>
        <pc:picChg chg="mod">
          <ac:chgData name="Sofia Pellizzari" userId="S::10765394@polimi.it::78abf4ff-5422-46cc-876c-504ba7ecf233" providerId="AD" clId="Web-{22F9780C-02D6-1DB5-ECC8-73BD8354E527}" dt="2024-06-23T09:47:00.389" v="996" actId="1076"/>
          <ac:picMkLst>
            <pc:docMk/>
            <pc:sldMk cId="817792079" sldId="265"/>
            <ac:picMk id="4" creationId="{BAA75922-7920-A05F-AD6A-C7285B1BF890}"/>
          </ac:picMkLst>
        </pc:picChg>
      </pc:sldChg>
      <pc:sldChg chg="delSp modSp">
        <pc:chgData name="Sofia Pellizzari" userId="S::10765394@polimi.it::78abf4ff-5422-46cc-876c-504ba7ecf233" providerId="AD" clId="Web-{22F9780C-02D6-1DB5-ECC8-73BD8354E527}" dt="2024-06-23T08:49:41.633" v="401" actId="20577"/>
        <pc:sldMkLst>
          <pc:docMk/>
          <pc:sldMk cId="3717163317" sldId="267"/>
        </pc:sldMkLst>
        <pc:spChg chg="del mod">
          <ac:chgData name="Sofia Pellizzari" userId="S::10765394@polimi.it::78abf4ff-5422-46cc-876c-504ba7ecf233" providerId="AD" clId="Web-{22F9780C-02D6-1DB5-ECC8-73BD8354E527}" dt="2024-06-23T08:47:12.863" v="351"/>
          <ac:spMkLst>
            <pc:docMk/>
            <pc:sldMk cId="3717163317" sldId="267"/>
            <ac:spMk id="2" creationId="{3351F160-7254-1C37-C182-05F95765A13E}"/>
          </ac:spMkLst>
        </pc:spChg>
        <pc:spChg chg="mod">
          <ac:chgData name="Sofia Pellizzari" userId="S::10765394@polimi.it::78abf4ff-5422-46cc-876c-504ba7ecf233" providerId="AD" clId="Web-{22F9780C-02D6-1DB5-ECC8-73BD8354E527}" dt="2024-06-23T08:49:41.633" v="401" actId="20577"/>
          <ac:spMkLst>
            <pc:docMk/>
            <pc:sldMk cId="3717163317" sldId="267"/>
            <ac:spMk id="3" creationId="{E26D8DCF-C20B-1C53-4E1D-13EC6F319F7A}"/>
          </ac:spMkLst>
        </pc:spChg>
        <pc:picChg chg="mod">
          <ac:chgData name="Sofia Pellizzari" userId="S::10765394@polimi.it::78abf4ff-5422-46cc-876c-504ba7ecf233" providerId="AD" clId="Web-{22F9780C-02D6-1DB5-ECC8-73BD8354E527}" dt="2024-06-23T08:48:09.223" v="363" actId="14100"/>
          <ac:picMkLst>
            <pc:docMk/>
            <pc:sldMk cId="3717163317" sldId="267"/>
            <ac:picMk id="4" creationId="{3C6A703C-F3C4-306E-958F-28907B54F2C9}"/>
          </ac:picMkLst>
        </pc:picChg>
        <pc:picChg chg="mod">
          <ac:chgData name="Sofia Pellizzari" userId="S::10765394@polimi.it::78abf4ff-5422-46cc-876c-504ba7ecf233" providerId="AD" clId="Web-{22F9780C-02D6-1DB5-ECC8-73BD8354E527}" dt="2024-06-23T08:48:15.083" v="365" actId="1076"/>
          <ac:picMkLst>
            <pc:docMk/>
            <pc:sldMk cId="3717163317" sldId="267"/>
            <ac:picMk id="6" creationId="{20F16AF6-D1F9-E7C3-5C5B-85A3297ABCA6}"/>
          </ac:picMkLst>
        </pc:picChg>
      </pc:sldChg>
      <pc:sldChg chg="modSp">
        <pc:chgData name="Sofia Pellizzari" userId="S::10765394@polimi.it::78abf4ff-5422-46cc-876c-504ba7ecf233" providerId="AD" clId="Web-{22F9780C-02D6-1DB5-ECC8-73BD8354E527}" dt="2024-06-23T09:01:35.252" v="494" actId="20577"/>
        <pc:sldMkLst>
          <pc:docMk/>
          <pc:sldMk cId="1798315030" sldId="268"/>
        </pc:sldMkLst>
        <pc:spChg chg="mod">
          <ac:chgData name="Sofia Pellizzari" userId="S::10765394@polimi.it::78abf4ff-5422-46cc-876c-504ba7ecf233" providerId="AD" clId="Web-{22F9780C-02D6-1DB5-ECC8-73BD8354E527}" dt="2024-06-23T08:58:48.716" v="473" actId="20577"/>
          <ac:spMkLst>
            <pc:docMk/>
            <pc:sldMk cId="1798315030" sldId="268"/>
            <ac:spMk id="2" creationId="{98CF306A-0186-548F-AB5C-ED23B597CCC3}"/>
          </ac:spMkLst>
        </pc:spChg>
        <pc:spChg chg="mod">
          <ac:chgData name="Sofia Pellizzari" userId="S::10765394@polimi.it::78abf4ff-5422-46cc-876c-504ba7ecf233" providerId="AD" clId="Web-{22F9780C-02D6-1DB5-ECC8-73BD8354E527}" dt="2024-06-23T09:01:35.252" v="494" actId="20577"/>
          <ac:spMkLst>
            <pc:docMk/>
            <pc:sldMk cId="1798315030" sldId="268"/>
            <ac:spMk id="3" creationId="{02BB0DFC-79A1-A77F-69E8-C9807B76C31F}"/>
          </ac:spMkLst>
        </pc:spChg>
        <pc:picChg chg="mod">
          <ac:chgData name="Sofia Pellizzari" userId="S::10765394@polimi.it::78abf4ff-5422-46cc-876c-504ba7ecf233" providerId="AD" clId="Web-{22F9780C-02D6-1DB5-ECC8-73BD8354E527}" dt="2024-06-23T09:00:20.719" v="477" actId="1076"/>
          <ac:picMkLst>
            <pc:docMk/>
            <pc:sldMk cId="1798315030" sldId="268"/>
            <ac:picMk id="4" creationId="{1F85EC91-4A41-52BB-2348-51D8FBF0C51E}"/>
          </ac:picMkLst>
        </pc:picChg>
      </pc:sldChg>
      <pc:sldChg chg="addSp modSp mod modClrScheme chgLayout">
        <pc:chgData name="Sofia Pellizzari" userId="S::10765394@polimi.it::78abf4ff-5422-46cc-876c-504ba7ecf233" providerId="AD" clId="Web-{22F9780C-02D6-1DB5-ECC8-73BD8354E527}" dt="2024-06-23T09:07:14.058" v="556" actId="14100"/>
        <pc:sldMkLst>
          <pc:docMk/>
          <pc:sldMk cId="4004929106" sldId="269"/>
        </pc:sldMkLst>
        <pc:spChg chg="mod ord">
          <ac:chgData name="Sofia Pellizzari" userId="S::10765394@polimi.it::78abf4ff-5422-46cc-876c-504ba7ecf233" providerId="AD" clId="Web-{22F9780C-02D6-1DB5-ECC8-73BD8354E527}" dt="2024-06-23T09:03:40.224" v="512"/>
          <ac:spMkLst>
            <pc:docMk/>
            <pc:sldMk cId="4004929106" sldId="269"/>
            <ac:spMk id="2" creationId="{762BBEA7-9BC1-FBBF-B211-A08528A0ACE9}"/>
          </ac:spMkLst>
        </pc:spChg>
        <pc:spChg chg="mod ord">
          <ac:chgData name="Sofia Pellizzari" userId="S::10765394@polimi.it::78abf4ff-5422-46cc-876c-504ba7ecf233" providerId="AD" clId="Web-{22F9780C-02D6-1DB5-ECC8-73BD8354E527}" dt="2024-06-23T09:05:40.571" v="535" actId="20577"/>
          <ac:spMkLst>
            <pc:docMk/>
            <pc:sldMk cId="4004929106" sldId="269"/>
            <ac:spMk id="3" creationId="{068C650D-2B86-EBAB-0FD8-F59AEBD4FDFB}"/>
          </ac:spMkLst>
        </pc:spChg>
        <pc:spChg chg="add mod ord">
          <ac:chgData name="Sofia Pellizzari" userId="S::10765394@polimi.it::78abf4ff-5422-46cc-876c-504ba7ecf233" providerId="AD" clId="Web-{22F9780C-02D6-1DB5-ECC8-73BD8354E527}" dt="2024-06-23T09:07:14.058" v="556" actId="14100"/>
          <ac:spMkLst>
            <pc:docMk/>
            <pc:sldMk cId="4004929106" sldId="269"/>
            <ac:spMk id="4" creationId="{F4FF2669-A241-5084-D94A-60B8F7340C86}"/>
          </ac:spMkLst>
        </pc:spChg>
        <pc:graphicFrameChg chg="mod modGraphic">
          <ac:chgData name="Sofia Pellizzari" userId="S::10765394@polimi.it::78abf4ff-5422-46cc-876c-504ba7ecf233" providerId="AD" clId="Web-{22F9780C-02D6-1DB5-ECC8-73BD8354E527}" dt="2024-06-23T09:06:51.854" v="554" actId="1076"/>
          <ac:graphicFrameMkLst>
            <pc:docMk/>
            <pc:sldMk cId="4004929106" sldId="269"/>
            <ac:graphicFrameMk id="7" creationId="{7BAC9E8D-AD94-1C76-C72F-F4493C4F4852}"/>
          </ac:graphicFrameMkLst>
        </pc:graphicFrameChg>
        <pc:picChg chg="mod">
          <ac:chgData name="Sofia Pellizzari" userId="S::10765394@polimi.it::78abf4ff-5422-46cc-876c-504ba7ecf233" providerId="AD" clId="Web-{22F9780C-02D6-1DB5-ECC8-73BD8354E527}" dt="2024-06-23T09:05:08.930" v="529" actId="1076"/>
          <ac:picMkLst>
            <pc:docMk/>
            <pc:sldMk cId="4004929106" sldId="269"/>
            <ac:picMk id="5" creationId="{5D1300E4-5B35-B97F-B0F6-5DC66B3E0EA3}"/>
          </ac:picMkLst>
        </pc:picChg>
      </pc:sldChg>
    </pc:docChg>
  </pc:docChgLst>
  <pc:docChgLst>
    <pc:chgData name="Lorenzo Nalini" userId="S::10839898@polimi.it::64c6179a-5114-4dc9-b008-b7a5b6387b2d" providerId="AD" clId="Web-{31226897-5B1B-6E9B-102A-259E579421A3}"/>
    <pc:docChg chg="modSld">
      <pc:chgData name="Lorenzo Nalini" userId="S::10839898@polimi.it::64c6179a-5114-4dc9-b008-b7a5b6387b2d" providerId="AD" clId="Web-{31226897-5B1B-6E9B-102A-259E579421A3}" dt="2024-06-23T09:38:03.529" v="117" actId="20577"/>
      <pc:docMkLst>
        <pc:docMk/>
      </pc:docMkLst>
      <pc:sldChg chg="modSp">
        <pc:chgData name="Lorenzo Nalini" userId="S::10839898@polimi.it::64c6179a-5114-4dc9-b008-b7a5b6387b2d" providerId="AD" clId="Web-{31226897-5B1B-6E9B-102A-259E579421A3}" dt="2024-06-23T09:38:03.529" v="117" actId="20577"/>
        <pc:sldMkLst>
          <pc:docMk/>
          <pc:sldMk cId="817792079" sldId="265"/>
        </pc:sldMkLst>
        <pc:spChg chg="mod">
          <ac:chgData name="Lorenzo Nalini" userId="S::10839898@polimi.it::64c6179a-5114-4dc9-b008-b7a5b6387b2d" providerId="AD" clId="Web-{31226897-5B1B-6E9B-102A-259E579421A3}" dt="2024-06-23T09:38:03.529" v="117" actId="20577"/>
          <ac:spMkLst>
            <pc:docMk/>
            <pc:sldMk cId="817792079" sldId="265"/>
            <ac:spMk id="3" creationId="{F52632A8-25FD-3D62-745F-34244304D0F2}"/>
          </ac:spMkLst>
        </pc:spChg>
        <pc:picChg chg="mod">
          <ac:chgData name="Lorenzo Nalini" userId="S::10839898@polimi.it::64c6179a-5114-4dc9-b008-b7a5b6387b2d" providerId="AD" clId="Web-{31226897-5B1B-6E9B-102A-259E579421A3}" dt="2024-06-23T09:35:57.056" v="63" actId="1076"/>
          <ac:picMkLst>
            <pc:docMk/>
            <pc:sldMk cId="817792079" sldId="265"/>
            <ac:picMk id="4" creationId="{BAA75922-7920-A05F-AD6A-C7285B1BF890}"/>
          </ac:picMkLst>
        </pc:picChg>
      </pc:sldChg>
    </pc:docChg>
  </pc:docChgLst>
  <pc:docChgLst>
    <pc:chgData name="Lorenzo Nalini" userId="S::10839898@polimi.it::64c6179a-5114-4dc9-b008-b7a5b6387b2d" providerId="AD" clId="Web-{8E2FC5E6-5C96-B19F-F846-6FE70CB4A65B}"/>
    <pc:docChg chg="addSld delSld modSld sldOrd">
      <pc:chgData name="Lorenzo Nalini" userId="S::10839898@polimi.it::64c6179a-5114-4dc9-b008-b7a5b6387b2d" providerId="AD" clId="Web-{8E2FC5E6-5C96-B19F-F846-6FE70CB4A65B}" dt="2024-06-22T14:39:30.484" v="1148" actId="20577"/>
      <pc:docMkLst>
        <pc:docMk/>
      </pc:docMkLst>
      <pc:sldChg chg="addSp delSp modSp">
        <pc:chgData name="Lorenzo Nalini" userId="S::10839898@polimi.it::64c6179a-5114-4dc9-b008-b7a5b6387b2d" providerId="AD" clId="Web-{8E2FC5E6-5C96-B19F-F846-6FE70CB4A65B}" dt="2024-06-22T14:10:10.819" v="802" actId="20577"/>
        <pc:sldMkLst>
          <pc:docMk/>
          <pc:sldMk cId="1728464903" sldId="259"/>
        </pc:sldMkLst>
        <pc:spChg chg="mod">
          <ac:chgData name="Lorenzo Nalini" userId="S::10839898@polimi.it::64c6179a-5114-4dc9-b008-b7a5b6387b2d" providerId="AD" clId="Web-{8E2FC5E6-5C96-B19F-F846-6FE70CB4A65B}" dt="2024-06-22T14:09:35.803" v="785" actId="20577"/>
          <ac:spMkLst>
            <pc:docMk/>
            <pc:sldMk cId="1728464903" sldId="259"/>
            <ac:spMk id="2" creationId="{955DDB4E-F180-4C27-0377-C7F87BC6388B}"/>
          </ac:spMkLst>
        </pc:spChg>
        <pc:spChg chg="add del mod">
          <ac:chgData name="Lorenzo Nalini" userId="S::10839898@polimi.it::64c6179a-5114-4dc9-b008-b7a5b6387b2d" providerId="AD" clId="Web-{8E2FC5E6-5C96-B19F-F846-6FE70CB4A65B}" dt="2024-06-22T14:10:10.819" v="802" actId="20577"/>
          <ac:spMkLst>
            <pc:docMk/>
            <pc:sldMk cId="1728464903" sldId="259"/>
            <ac:spMk id="3" creationId="{35351235-E0A9-A4FF-BB9C-DC8FFFE0C6DE}"/>
          </ac:spMkLst>
        </pc:spChg>
        <pc:spChg chg="add del mod">
          <ac:chgData name="Lorenzo Nalini" userId="S::10839898@polimi.it::64c6179a-5114-4dc9-b008-b7a5b6387b2d" providerId="AD" clId="Web-{8E2FC5E6-5C96-B19F-F846-6FE70CB4A65B}" dt="2024-06-22T14:06:43.862" v="622"/>
          <ac:spMkLst>
            <pc:docMk/>
            <pc:sldMk cId="1728464903" sldId="259"/>
            <ac:spMk id="7" creationId="{140BCE41-313E-F51B-7EF7-4128D2837BE4}"/>
          </ac:spMkLst>
        </pc:spChg>
        <pc:picChg chg="mod">
          <ac:chgData name="Lorenzo Nalini" userId="S::10839898@polimi.it::64c6179a-5114-4dc9-b008-b7a5b6387b2d" providerId="AD" clId="Web-{8E2FC5E6-5C96-B19F-F846-6FE70CB4A65B}" dt="2024-06-22T12:47:11.664" v="0" actId="1076"/>
          <ac:picMkLst>
            <pc:docMk/>
            <pc:sldMk cId="1728464903" sldId="259"/>
            <ac:picMk id="5" creationId="{F7A9FE69-0FB7-074A-5B96-A167DD53DC02}"/>
          </ac:picMkLst>
        </pc:picChg>
      </pc:sldChg>
      <pc:sldChg chg="addSp delSp modSp">
        <pc:chgData name="Lorenzo Nalini" userId="S::10839898@polimi.it::64c6179a-5114-4dc9-b008-b7a5b6387b2d" providerId="AD" clId="Web-{8E2FC5E6-5C96-B19F-F846-6FE70CB4A65B}" dt="2024-06-22T14:14:57.794" v="945" actId="20577"/>
        <pc:sldMkLst>
          <pc:docMk/>
          <pc:sldMk cId="3702985839" sldId="260"/>
        </pc:sldMkLst>
        <pc:spChg chg="mod">
          <ac:chgData name="Lorenzo Nalini" userId="S::10839898@polimi.it::64c6179a-5114-4dc9-b008-b7a5b6387b2d" providerId="AD" clId="Web-{8E2FC5E6-5C96-B19F-F846-6FE70CB4A65B}" dt="2024-06-22T14:10:41.570" v="831" actId="20577"/>
          <ac:spMkLst>
            <pc:docMk/>
            <pc:sldMk cId="3702985839" sldId="260"/>
            <ac:spMk id="2" creationId="{51CBBA9C-7CF6-223D-CEC9-880A24AA96B8}"/>
          </ac:spMkLst>
        </pc:spChg>
        <pc:spChg chg="mod">
          <ac:chgData name="Lorenzo Nalini" userId="S::10839898@polimi.it::64c6179a-5114-4dc9-b008-b7a5b6387b2d" providerId="AD" clId="Web-{8E2FC5E6-5C96-B19F-F846-6FE70CB4A65B}" dt="2024-06-22T14:14:57.794" v="945" actId="20577"/>
          <ac:spMkLst>
            <pc:docMk/>
            <pc:sldMk cId="3702985839" sldId="260"/>
            <ac:spMk id="3" creationId="{87D5130C-A343-0968-73EE-D4CED8B6E7AE}"/>
          </ac:spMkLst>
        </pc:spChg>
        <pc:picChg chg="add del mod">
          <ac:chgData name="Lorenzo Nalini" userId="S::10839898@polimi.it::64c6179a-5114-4dc9-b008-b7a5b6387b2d" providerId="AD" clId="Web-{8E2FC5E6-5C96-B19F-F846-6FE70CB4A65B}" dt="2024-06-22T13:00:10.385" v="36"/>
          <ac:picMkLst>
            <pc:docMk/>
            <pc:sldMk cId="3702985839" sldId="260"/>
            <ac:picMk id="4" creationId="{DEC3613D-8DC2-12B4-03D4-44EEB5D11EFF}"/>
          </ac:picMkLst>
        </pc:picChg>
        <pc:picChg chg="add del mod">
          <ac:chgData name="Lorenzo Nalini" userId="S::10839898@polimi.it::64c6179a-5114-4dc9-b008-b7a5b6387b2d" providerId="AD" clId="Web-{8E2FC5E6-5C96-B19F-F846-6FE70CB4A65B}" dt="2024-06-22T13:00:49.057" v="44"/>
          <ac:picMkLst>
            <pc:docMk/>
            <pc:sldMk cId="3702985839" sldId="260"/>
            <ac:picMk id="5" creationId="{16457F25-C58A-DA2D-1141-8D37CFA4AAFF}"/>
          </ac:picMkLst>
        </pc:picChg>
        <pc:picChg chg="add mod">
          <ac:chgData name="Lorenzo Nalini" userId="S::10839898@polimi.it::64c6179a-5114-4dc9-b008-b7a5b6387b2d" providerId="AD" clId="Web-{8E2FC5E6-5C96-B19F-F846-6FE70CB4A65B}" dt="2024-06-22T14:12:46.557" v="878" actId="14100"/>
          <ac:picMkLst>
            <pc:docMk/>
            <pc:sldMk cId="3702985839" sldId="260"/>
            <ac:picMk id="6" creationId="{9A90523D-14B9-72B4-37B6-8A81909DF23C}"/>
          </ac:picMkLst>
        </pc:picChg>
        <pc:picChg chg="add mod">
          <ac:chgData name="Lorenzo Nalini" userId="S::10839898@polimi.it::64c6179a-5114-4dc9-b008-b7a5b6387b2d" providerId="AD" clId="Web-{8E2FC5E6-5C96-B19F-F846-6FE70CB4A65B}" dt="2024-06-22T14:12:50.401" v="879" actId="1076"/>
          <ac:picMkLst>
            <pc:docMk/>
            <pc:sldMk cId="3702985839" sldId="260"/>
            <ac:picMk id="7" creationId="{355EA247-AD29-344D-9D39-C9D100182086}"/>
          </ac:picMkLst>
        </pc:picChg>
        <pc:picChg chg="add mod">
          <ac:chgData name="Lorenzo Nalini" userId="S::10839898@polimi.it::64c6179a-5114-4dc9-b008-b7a5b6387b2d" providerId="AD" clId="Web-{8E2FC5E6-5C96-B19F-F846-6FE70CB4A65B}" dt="2024-06-22T14:12:58.995" v="883" actId="1076"/>
          <ac:picMkLst>
            <pc:docMk/>
            <pc:sldMk cId="3702985839" sldId="260"/>
            <ac:picMk id="8" creationId="{56B54697-F0DF-C7B1-9879-C096AA40441B}"/>
          </ac:picMkLst>
        </pc:picChg>
        <pc:picChg chg="add mod">
          <ac:chgData name="Lorenzo Nalini" userId="S::10839898@polimi.it::64c6179a-5114-4dc9-b008-b7a5b6387b2d" providerId="AD" clId="Web-{8E2FC5E6-5C96-B19F-F846-6FE70CB4A65B}" dt="2024-06-22T14:12:55.682" v="881" actId="1076"/>
          <ac:picMkLst>
            <pc:docMk/>
            <pc:sldMk cId="3702985839" sldId="260"/>
            <ac:picMk id="9" creationId="{678FD97A-EFAF-962B-FA48-38E37DB2171C}"/>
          </ac:picMkLst>
        </pc:picChg>
      </pc:sldChg>
      <pc:sldChg chg="addSp modSp">
        <pc:chgData name="Lorenzo Nalini" userId="S::10839898@polimi.it::64c6179a-5114-4dc9-b008-b7a5b6387b2d" providerId="AD" clId="Web-{8E2FC5E6-5C96-B19F-F846-6FE70CB4A65B}" dt="2024-06-22T14:39:30.484" v="1148" actId="20577"/>
        <pc:sldMkLst>
          <pc:docMk/>
          <pc:sldMk cId="3719791006" sldId="261"/>
        </pc:sldMkLst>
        <pc:spChg chg="mod">
          <ac:chgData name="Lorenzo Nalini" userId="S::10839898@polimi.it::64c6179a-5114-4dc9-b008-b7a5b6387b2d" providerId="AD" clId="Web-{8E2FC5E6-5C96-B19F-F846-6FE70CB4A65B}" dt="2024-06-22T14:24:37.620" v="1133" actId="20577"/>
          <ac:spMkLst>
            <pc:docMk/>
            <pc:sldMk cId="3719791006" sldId="261"/>
            <ac:spMk id="2" creationId="{10E1E023-7D1F-A1EF-CA81-42B0A8F37BB1}"/>
          </ac:spMkLst>
        </pc:spChg>
        <pc:spChg chg="mod">
          <ac:chgData name="Lorenzo Nalini" userId="S::10839898@polimi.it::64c6179a-5114-4dc9-b008-b7a5b6387b2d" providerId="AD" clId="Web-{8E2FC5E6-5C96-B19F-F846-6FE70CB4A65B}" dt="2024-06-22T14:39:30.484" v="1148" actId="20577"/>
          <ac:spMkLst>
            <pc:docMk/>
            <pc:sldMk cId="3719791006" sldId="261"/>
            <ac:spMk id="3" creationId="{A8EFD721-EBE7-D9B8-8859-87AC36950AEE}"/>
          </ac:spMkLst>
        </pc:spChg>
        <pc:picChg chg="add mod">
          <ac:chgData name="Lorenzo Nalini" userId="S::10839898@polimi.it::64c6179a-5114-4dc9-b008-b7a5b6387b2d" providerId="AD" clId="Web-{8E2FC5E6-5C96-B19F-F846-6FE70CB4A65B}" dt="2024-06-22T13:44:06.623" v="296" actId="1076"/>
          <ac:picMkLst>
            <pc:docMk/>
            <pc:sldMk cId="3719791006" sldId="261"/>
            <ac:picMk id="4" creationId="{CC730C21-86AE-DB5D-36CD-8093ADC6BCA7}"/>
          </ac:picMkLst>
        </pc:picChg>
        <pc:picChg chg="add mod">
          <ac:chgData name="Lorenzo Nalini" userId="S::10839898@polimi.it::64c6179a-5114-4dc9-b008-b7a5b6387b2d" providerId="AD" clId="Web-{8E2FC5E6-5C96-B19F-F846-6FE70CB4A65B}" dt="2024-06-22T14:25:45.903" v="1134" actId="1076"/>
          <ac:picMkLst>
            <pc:docMk/>
            <pc:sldMk cId="3719791006" sldId="261"/>
            <ac:picMk id="5" creationId="{96BBF79E-FC5B-B34A-7485-8DAA56338370}"/>
          </ac:picMkLst>
        </pc:picChg>
      </pc:sldChg>
      <pc:sldChg chg="addSp delSp modSp del ord">
        <pc:chgData name="Lorenzo Nalini" userId="S::10839898@polimi.it::64c6179a-5114-4dc9-b008-b7a5b6387b2d" providerId="AD" clId="Web-{8E2FC5E6-5C96-B19F-F846-6FE70CB4A65B}" dt="2024-06-22T13:24:04.323" v="170"/>
        <pc:sldMkLst>
          <pc:docMk/>
          <pc:sldMk cId="369969229" sldId="262"/>
        </pc:sldMkLst>
        <pc:spChg chg="mod">
          <ac:chgData name="Lorenzo Nalini" userId="S::10839898@polimi.it::64c6179a-5114-4dc9-b008-b7a5b6387b2d" providerId="AD" clId="Web-{8E2FC5E6-5C96-B19F-F846-6FE70CB4A65B}" dt="2024-06-22T13:22:33.524" v="136" actId="20577"/>
          <ac:spMkLst>
            <pc:docMk/>
            <pc:sldMk cId="369969229" sldId="262"/>
            <ac:spMk id="2" creationId="{66164732-3E80-550F-4E1D-1B3F554B9643}"/>
          </ac:spMkLst>
        </pc:spChg>
        <pc:spChg chg="mod">
          <ac:chgData name="Lorenzo Nalini" userId="S::10839898@polimi.it::64c6179a-5114-4dc9-b008-b7a5b6387b2d" providerId="AD" clId="Web-{8E2FC5E6-5C96-B19F-F846-6FE70CB4A65B}" dt="2024-06-22T13:22:27.446" v="118" actId="20577"/>
          <ac:spMkLst>
            <pc:docMk/>
            <pc:sldMk cId="369969229" sldId="262"/>
            <ac:spMk id="3" creationId="{C08872B4-C29E-5C1E-1E07-8A198F7537ED}"/>
          </ac:spMkLst>
        </pc:spChg>
        <pc:spChg chg="add del mod">
          <ac:chgData name="Lorenzo Nalini" userId="S::10839898@polimi.it::64c6179a-5114-4dc9-b008-b7a5b6387b2d" providerId="AD" clId="Web-{8E2FC5E6-5C96-B19F-F846-6FE70CB4A65B}" dt="2024-06-22T13:23:15.369" v="147"/>
          <ac:spMkLst>
            <pc:docMk/>
            <pc:sldMk cId="369969229" sldId="262"/>
            <ac:spMk id="5" creationId="{85A0B03B-9F59-9C02-C018-81F9E9133885}"/>
          </ac:spMkLst>
        </pc:spChg>
        <pc:spChg chg="add mod">
          <ac:chgData name="Lorenzo Nalini" userId="S::10839898@polimi.it::64c6179a-5114-4dc9-b008-b7a5b6387b2d" providerId="AD" clId="Web-{8E2FC5E6-5C96-B19F-F846-6FE70CB4A65B}" dt="2024-06-22T13:23:49.276" v="169" actId="14100"/>
          <ac:spMkLst>
            <pc:docMk/>
            <pc:sldMk cId="369969229" sldId="262"/>
            <ac:spMk id="6" creationId="{6341DF30-58C7-26E0-8A5E-B3D2F12ACA5E}"/>
          </ac:spMkLst>
        </pc:spChg>
        <pc:picChg chg="add del mod">
          <ac:chgData name="Lorenzo Nalini" userId="S::10839898@polimi.it::64c6179a-5114-4dc9-b008-b7a5b6387b2d" providerId="AD" clId="Web-{8E2FC5E6-5C96-B19F-F846-6FE70CB4A65B}" dt="2024-06-22T13:22:52.447" v="143"/>
          <ac:picMkLst>
            <pc:docMk/>
            <pc:sldMk cId="369969229" sldId="262"/>
            <ac:picMk id="4" creationId="{0D4F751D-4C8B-AC57-DFA9-FE7987ED7A7F}"/>
          </ac:picMkLst>
        </pc:picChg>
      </pc:sldChg>
      <pc:sldChg chg="modSp new del">
        <pc:chgData name="Lorenzo Nalini" userId="S::10839898@polimi.it::64c6179a-5114-4dc9-b008-b7a5b6387b2d" providerId="AD" clId="Web-{8E2FC5E6-5C96-B19F-F846-6FE70CB4A65B}" dt="2024-06-22T13:07:33.191" v="109"/>
        <pc:sldMkLst>
          <pc:docMk/>
          <pc:sldMk cId="2683071488" sldId="267"/>
        </pc:sldMkLst>
        <pc:spChg chg="mod">
          <ac:chgData name="Lorenzo Nalini" userId="S::10839898@polimi.it::64c6179a-5114-4dc9-b008-b7a5b6387b2d" providerId="AD" clId="Web-{8E2FC5E6-5C96-B19F-F846-6FE70CB4A65B}" dt="2024-06-22T13:07:32.723" v="108" actId="20577"/>
          <ac:spMkLst>
            <pc:docMk/>
            <pc:sldMk cId="2683071488" sldId="267"/>
            <ac:spMk id="2" creationId="{0DEE8543-5E22-CA57-E17A-CD2F7E5A58B8}"/>
          </ac:spMkLst>
        </pc:spChg>
      </pc:sldChg>
      <pc:sldChg chg="addSp modSp new">
        <pc:chgData name="Lorenzo Nalini" userId="S::10839898@polimi.it::64c6179a-5114-4dc9-b008-b7a5b6387b2d" providerId="AD" clId="Web-{8E2FC5E6-5C96-B19F-F846-6FE70CB4A65B}" dt="2024-06-22T14:23:32.978" v="1116" actId="1076"/>
        <pc:sldMkLst>
          <pc:docMk/>
          <pc:sldMk cId="3717163317" sldId="267"/>
        </pc:sldMkLst>
        <pc:spChg chg="mod">
          <ac:chgData name="Lorenzo Nalini" userId="S::10839898@polimi.it::64c6179a-5114-4dc9-b008-b7a5b6387b2d" providerId="AD" clId="Web-{8E2FC5E6-5C96-B19F-F846-6FE70CB4A65B}" dt="2024-06-22T14:14:48.247" v="944" actId="20577"/>
          <ac:spMkLst>
            <pc:docMk/>
            <pc:sldMk cId="3717163317" sldId="267"/>
            <ac:spMk id="2" creationId="{3351F160-7254-1C37-C182-05F95765A13E}"/>
          </ac:spMkLst>
        </pc:spChg>
        <pc:spChg chg="mod">
          <ac:chgData name="Lorenzo Nalini" userId="S::10839898@polimi.it::64c6179a-5114-4dc9-b008-b7a5b6387b2d" providerId="AD" clId="Web-{8E2FC5E6-5C96-B19F-F846-6FE70CB4A65B}" dt="2024-06-22T14:23:19.587" v="1113" actId="20577"/>
          <ac:spMkLst>
            <pc:docMk/>
            <pc:sldMk cId="3717163317" sldId="267"/>
            <ac:spMk id="3" creationId="{E26D8DCF-C20B-1C53-4E1D-13EC6F319F7A}"/>
          </ac:spMkLst>
        </pc:spChg>
        <pc:picChg chg="add mod">
          <ac:chgData name="Lorenzo Nalini" userId="S::10839898@polimi.it::64c6179a-5114-4dc9-b008-b7a5b6387b2d" providerId="AD" clId="Web-{8E2FC5E6-5C96-B19F-F846-6FE70CB4A65B}" dt="2024-06-22T14:23:32.978" v="1116" actId="1076"/>
          <ac:picMkLst>
            <pc:docMk/>
            <pc:sldMk cId="3717163317" sldId="267"/>
            <ac:picMk id="4" creationId="{3C6A703C-F3C4-306E-958F-28907B54F2C9}"/>
          </ac:picMkLst>
        </pc:picChg>
        <pc:picChg chg="add mod">
          <ac:chgData name="Lorenzo Nalini" userId="S::10839898@polimi.it::64c6179a-5114-4dc9-b008-b7a5b6387b2d" providerId="AD" clId="Web-{8E2FC5E6-5C96-B19F-F846-6FE70CB4A65B}" dt="2024-06-22T14:23:24.743" v="1114" actId="14100"/>
          <ac:picMkLst>
            <pc:docMk/>
            <pc:sldMk cId="3717163317" sldId="267"/>
            <ac:picMk id="5" creationId="{CF70590F-5627-47E6-2B1F-19DFED7CB87F}"/>
          </ac:picMkLst>
        </pc:picChg>
      </pc:sldChg>
      <pc:sldChg chg="addSp modSp new">
        <pc:chgData name="Lorenzo Nalini" userId="S::10839898@polimi.it::64c6179a-5114-4dc9-b008-b7a5b6387b2d" providerId="AD" clId="Web-{8E2FC5E6-5C96-B19F-F846-6FE70CB4A65B}" dt="2024-06-22T14:05:45.673" v="611" actId="1076"/>
        <pc:sldMkLst>
          <pc:docMk/>
          <pc:sldMk cId="1798315030" sldId="268"/>
        </pc:sldMkLst>
        <pc:spChg chg="mod">
          <ac:chgData name="Lorenzo Nalini" userId="S::10839898@polimi.it::64c6179a-5114-4dc9-b008-b7a5b6387b2d" providerId="AD" clId="Web-{8E2FC5E6-5C96-B19F-F846-6FE70CB4A65B}" dt="2024-06-22T13:57:55.813" v="461" actId="20577"/>
          <ac:spMkLst>
            <pc:docMk/>
            <pc:sldMk cId="1798315030" sldId="268"/>
            <ac:spMk id="2" creationId="{98CF306A-0186-548F-AB5C-ED23B597CCC3}"/>
          </ac:spMkLst>
        </pc:spChg>
        <pc:spChg chg="mod">
          <ac:chgData name="Lorenzo Nalini" userId="S::10839898@polimi.it::64c6179a-5114-4dc9-b008-b7a5b6387b2d" providerId="AD" clId="Web-{8E2FC5E6-5C96-B19F-F846-6FE70CB4A65B}" dt="2024-06-22T14:05:32.172" v="610" actId="20577"/>
          <ac:spMkLst>
            <pc:docMk/>
            <pc:sldMk cId="1798315030" sldId="268"/>
            <ac:spMk id="3" creationId="{02BB0DFC-79A1-A77F-69E8-C9807B76C31F}"/>
          </ac:spMkLst>
        </pc:spChg>
        <pc:picChg chg="add mod">
          <ac:chgData name="Lorenzo Nalini" userId="S::10839898@polimi.it::64c6179a-5114-4dc9-b008-b7a5b6387b2d" providerId="AD" clId="Web-{8E2FC5E6-5C96-B19F-F846-6FE70CB4A65B}" dt="2024-06-22T14:05:45.673" v="611" actId="1076"/>
          <ac:picMkLst>
            <pc:docMk/>
            <pc:sldMk cId="1798315030" sldId="268"/>
            <ac:picMk id="4" creationId="{1F85EC91-4A41-52BB-2348-51D8FBF0C51E}"/>
          </ac:picMkLst>
        </pc:picChg>
      </pc:sldChg>
      <pc:sldChg chg="modSp new">
        <pc:chgData name="Lorenzo Nalini" userId="S::10839898@polimi.it::64c6179a-5114-4dc9-b008-b7a5b6387b2d" providerId="AD" clId="Web-{8E2FC5E6-5C96-B19F-F846-6FE70CB4A65B}" dt="2024-06-22T13:36:55.597" v="249" actId="20577"/>
        <pc:sldMkLst>
          <pc:docMk/>
          <pc:sldMk cId="4004929106" sldId="269"/>
        </pc:sldMkLst>
        <pc:spChg chg="mod">
          <ac:chgData name="Lorenzo Nalini" userId="S::10839898@polimi.it::64c6179a-5114-4dc9-b008-b7a5b6387b2d" providerId="AD" clId="Web-{8E2FC5E6-5C96-B19F-F846-6FE70CB4A65B}" dt="2024-06-22T13:36:33.331" v="212" actId="20577"/>
          <ac:spMkLst>
            <pc:docMk/>
            <pc:sldMk cId="4004929106" sldId="269"/>
            <ac:spMk id="2" creationId="{762BBEA7-9BC1-FBBF-B211-A08528A0ACE9}"/>
          </ac:spMkLst>
        </pc:spChg>
        <pc:spChg chg="mod">
          <ac:chgData name="Lorenzo Nalini" userId="S::10839898@polimi.it::64c6179a-5114-4dc9-b008-b7a5b6387b2d" providerId="AD" clId="Web-{8E2FC5E6-5C96-B19F-F846-6FE70CB4A65B}" dt="2024-06-22T13:36:55.597" v="249" actId="20577"/>
          <ac:spMkLst>
            <pc:docMk/>
            <pc:sldMk cId="4004929106" sldId="269"/>
            <ac:spMk id="3" creationId="{068C650D-2B86-EBAB-0FD8-F59AEBD4FDFB}"/>
          </ac:spMkLst>
        </pc:spChg>
      </pc:sldChg>
    </pc:docChg>
  </pc:docChgLst>
  <pc:docChgLst>
    <pc:chgData name="Lorenzo Nalini" userId="S::10839898@polimi.it::64c6179a-5114-4dc9-b008-b7a5b6387b2d" providerId="AD" clId="Web-{01D65D70-248B-9F97-6470-1150F18200BD}"/>
    <pc:docChg chg="modSld modMainMaster">
      <pc:chgData name="Lorenzo Nalini" userId="S::10839898@polimi.it::64c6179a-5114-4dc9-b008-b7a5b6387b2d" providerId="AD" clId="Web-{01D65D70-248B-9F97-6470-1150F18200BD}" dt="2024-06-23T10:08:22.041" v="13"/>
      <pc:docMkLst>
        <pc:docMk/>
      </pc:docMkLst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2284133991" sldId="256"/>
        </pc:sldMkLst>
      </pc:sldChg>
      <pc:sldChg chg="addSp delSp modSp mod setBg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1190504049" sldId="257"/>
        </pc:sldMkLst>
        <pc:picChg chg="add del mod">
          <ac:chgData name="Lorenzo Nalini" userId="S::10839898@polimi.it::64c6179a-5114-4dc9-b008-b7a5b6387b2d" providerId="AD" clId="Web-{01D65D70-248B-9F97-6470-1150F18200BD}" dt="2024-06-23T09:59:29.946" v="9"/>
          <ac:picMkLst>
            <pc:docMk/>
            <pc:sldMk cId="1190504049" sldId="257"/>
            <ac:picMk id="4" creationId="{4BA847C0-7BD7-97FC-B1E0-AB1B91D8B156}"/>
          </ac:picMkLst>
        </pc:picChg>
      </pc:sldChg>
      <pc:sldChg chg="addSp delSp modSp mod setBg">
        <pc:chgData name="Lorenzo Nalini" userId="S::10839898@polimi.it::64c6179a-5114-4dc9-b008-b7a5b6387b2d" providerId="AD" clId="Web-{01D65D70-248B-9F97-6470-1150F18200BD}" dt="2024-06-23T10:08:22.041" v="13"/>
        <pc:sldMkLst>
          <pc:docMk/>
          <pc:sldMk cId="3341535718" sldId="258"/>
        </pc:sldMkLst>
        <pc:picChg chg="add del mod">
          <ac:chgData name="Lorenzo Nalini" userId="S::10839898@polimi.it::64c6179a-5114-4dc9-b008-b7a5b6387b2d" providerId="AD" clId="Web-{01D65D70-248B-9F97-6470-1150F18200BD}" dt="2024-06-23T09:53:20.810" v="1"/>
          <ac:picMkLst>
            <pc:docMk/>
            <pc:sldMk cId="3341535718" sldId="258"/>
            <ac:picMk id="4" creationId="{EE819325-4A38-CF72-847D-E567216D10AE}"/>
          </ac:picMkLst>
        </pc:picChg>
        <pc:picChg chg="add del mod">
          <ac:chgData name="Lorenzo Nalini" userId="S::10839898@polimi.it::64c6179a-5114-4dc9-b008-b7a5b6387b2d" providerId="AD" clId="Web-{01D65D70-248B-9F97-6470-1150F18200BD}" dt="2024-06-23T09:55:11.688" v="3"/>
          <ac:picMkLst>
            <pc:docMk/>
            <pc:sldMk cId="3341535718" sldId="258"/>
            <ac:picMk id="5" creationId="{AD1ED279-C540-133F-F0AA-4A6860FC08ED}"/>
          </ac:picMkLst>
        </pc:picChg>
        <pc:picChg chg="add del mod">
          <ac:chgData name="Lorenzo Nalini" userId="S::10839898@polimi.it::64c6179a-5114-4dc9-b008-b7a5b6387b2d" providerId="AD" clId="Web-{01D65D70-248B-9F97-6470-1150F18200BD}" dt="2024-06-23T10:08:22.041" v="13"/>
          <ac:picMkLst>
            <pc:docMk/>
            <pc:sldMk cId="3341535718" sldId="258"/>
            <ac:picMk id="6" creationId="{41CC4921-2FC4-92C2-79AF-08E8B0574B14}"/>
          </ac:picMkLst>
        </pc:picChg>
      </pc:sldChg>
      <pc:sldChg chg="addSp delSp modSp 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1728464903" sldId="259"/>
        </pc:sldMkLst>
        <pc:picChg chg="add del mod">
          <ac:chgData name="Lorenzo Nalini" userId="S::10839898@polimi.it::64c6179a-5114-4dc9-b008-b7a5b6387b2d" providerId="AD" clId="Web-{01D65D70-248B-9F97-6470-1150F18200BD}" dt="2024-06-23T09:55:23.126" v="5"/>
          <ac:picMkLst>
            <pc:docMk/>
            <pc:sldMk cId="1728464903" sldId="259"/>
            <ac:picMk id="6" creationId="{EF4A71A9-C961-0C63-D7BF-FEFC09E81CAB}"/>
          </ac:picMkLst>
        </pc:picChg>
        <pc:picChg chg="add del mod">
          <ac:chgData name="Lorenzo Nalini" userId="S::10839898@polimi.it::64c6179a-5114-4dc9-b008-b7a5b6387b2d" providerId="AD" clId="Web-{01D65D70-248B-9F97-6470-1150F18200BD}" dt="2024-06-23T09:55:57.252" v="7"/>
          <ac:picMkLst>
            <pc:docMk/>
            <pc:sldMk cId="1728464903" sldId="259"/>
            <ac:picMk id="7" creationId="{58AB1183-34E3-7A51-E679-D7F3DCFB6366}"/>
          </ac:picMkLst>
        </pc:picChg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3702985839" sldId="260"/>
        </pc:sldMkLst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3719791006" sldId="261"/>
        </pc:sldMkLst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1011386390" sldId="263"/>
        </pc:sldMkLst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1765460653" sldId="264"/>
        </pc:sldMkLst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817792079" sldId="265"/>
        </pc:sldMkLst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2624618770" sldId="266"/>
        </pc:sldMkLst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3717163317" sldId="267"/>
        </pc:sldMkLst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1798315030" sldId="268"/>
        </pc:sldMkLst>
      </pc:sldChg>
      <pc:sldChg chg="mod">
        <pc:chgData name="Lorenzo Nalini" userId="S::10839898@polimi.it::64c6179a-5114-4dc9-b008-b7a5b6387b2d" providerId="AD" clId="Web-{01D65D70-248B-9F97-6470-1150F18200BD}" dt="2024-06-23T10:08:18.604" v="12"/>
        <pc:sldMkLst>
          <pc:docMk/>
          <pc:sldMk cId="4004929106" sldId="269"/>
        </pc:sldMkLst>
      </pc:sldChg>
      <pc:sldMasterChg chg="mod setBg modSldLayout">
        <pc:chgData name="Lorenzo Nalini" userId="S::10839898@polimi.it::64c6179a-5114-4dc9-b008-b7a5b6387b2d" providerId="AD" clId="Web-{01D65D70-248B-9F97-6470-1150F18200BD}" dt="2024-06-23T10:08:18.604" v="12"/>
        <pc:sldMasterMkLst>
          <pc:docMk/>
          <pc:sldMasterMk cId="1257983492" sldId="2147483648"/>
        </pc:sldMasterMkLst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679449572" sldId="2147483649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2840690688" sldId="2147483650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2914052029" sldId="2147483651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1607429338" sldId="2147483652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28090106" sldId="2147483653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2683639178" sldId="2147483654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3467994050" sldId="2147483655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1008348911" sldId="2147483656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4148678729" sldId="2147483657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3981259166" sldId="2147483658"/>
          </pc:sldLayoutMkLst>
        </pc:sldLayoutChg>
        <pc:sldLayoutChg chg="mod">
          <pc:chgData name="Lorenzo Nalini" userId="S::10839898@polimi.it::64c6179a-5114-4dc9-b008-b7a5b6387b2d" providerId="AD" clId="Web-{01D65D70-248B-9F97-6470-1150F18200BD}" dt="2024-06-23T10:08:18.604" v="12"/>
          <pc:sldLayoutMkLst>
            <pc:docMk/>
            <pc:sldMasterMk cId="1257983492" sldId="2147483648"/>
            <pc:sldLayoutMk cId="482892277" sldId="2147483659"/>
          </pc:sldLayoutMkLst>
        </pc:sldLayoutChg>
      </pc:sldMasterChg>
    </pc:docChg>
  </pc:docChgLst>
  <pc:docChgLst>
    <pc:chgData name="Sofia Pellizzari" userId="S::10765394@polimi.it::78abf4ff-5422-46cc-876c-504ba7ecf233" providerId="AD" clId="Web-{2C96C031-0FD7-96B6-F5D7-DFDBF3B0C22B}"/>
    <pc:docChg chg="modSld">
      <pc:chgData name="Sofia Pellizzari" userId="S::10765394@polimi.it::78abf4ff-5422-46cc-876c-504ba7ecf233" providerId="AD" clId="Web-{2C96C031-0FD7-96B6-F5D7-DFDBF3B0C22B}" dt="2024-06-22T18:20:06.036" v="23" actId="20577"/>
      <pc:docMkLst>
        <pc:docMk/>
      </pc:docMkLst>
      <pc:sldChg chg="addSp modSp mod setBg">
        <pc:chgData name="Sofia Pellizzari" userId="S::10765394@polimi.it::78abf4ff-5422-46cc-876c-504ba7ecf233" providerId="AD" clId="Web-{2C96C031-0FD7-96B6-F5D7-DFDBF3B0C22B}" dt="2024-06-22T18:16:16.499" v="8" actId="20577"/>
        <pc:sldMkLst>
          <pc:docMk/>
          <pc:sldMk cId="2284133991" sldId="256"/>
        </pc:sldMkLst>
        <pc:spChg chg="mod">
          <ac:chgData name="Sofia Pellizzari" userId="S::10765394@polimi.it::78abf4ff-5422-46cc-876c-504ba7ecf233" providerId="AD" clId="Web-{2C96C031-0FD7-96B6-F5D7-DFDBF3B0C22B}" dt="2024-06-22T18:16:16.499" v="8" actId="20577"/>
          <ac:spMkLst>
            <pc:docMk/>
            <pc:sldMk cId="2284133991" sldId="256"/>
            <ac:spMk id="2" creationId="{5AAB0932-D757-C2BB-0546-F6904DE58DA7}"/>
          </ac:spMkLst>
        </pc:spChg>
        <pc:spChg chg="mod">
          <ac:chgData name="Sofia Pellizzari" userId="S::10765394@polimi.it::78abf4ff-5422-46cc-876c-504ba7ecf233" providerId="AD" clId="Web-{2C96C031-0FD7-96B6-F5D7-DFDBF3B0C22B}" dt="2024-06-22T18:15:39.873" v="5"/>
          <ac:spMkLst>
            <pc:docMk/>
            <pc:sldMk cId="2284133991" sldId="256"/>
            <ac:spMk id="3" creationId="{E873D65C-B094-FBCC-1615-6F841F39E2AD}"/>
          </ac:spMkLst>
        </pc:spChg>
        <pc:spChg chg="add">
          <ac:chgData name="Sofia Pellizzari" userId="S::10765394@polimi.it::78abf4ff-5422-46cc-876c-504ba7ecf233" providerId="AD" clId="Web-{2C96C031-0FD7-96B6-F5D7-DFDBF3B0C22B}" dt="2024-06-22T18:15:39.873" v="5"/>
          <ac:spMkLst>
            <pc:docMk/>
            <pc:sldMk cId="2284133991" sldId="256"/>
            <ac:spMk id="10" creationId="{27BDFED6-6E33-4606-AFE2-886ADB1C018E}"/>
          </ac:spMkLst>
        </pc:spChg>
        <pc:spChg chg="add">
          <ac:chgData name="Sofia Pellizzari" userId="S::10765394@polimi.it::78abf4ff-5422-46cc-876c-504ba7ecf233" providerId="AD" clId="Web-{2C96C031-0FD7-96B6-F5D7-DFDBF3B0C22B}" dt="2024-06-22T18:15:39.873" v="5"/>
          <ac:spMkLst>
            <pc:docMk/>
            <pc:sldMk cId="2284133991" sldId="256"/>
            <ac:spMk id="12" creationId="{890DEF05-784E-4B61-89E4-04C4ECF4E5A0}"/>
          </ac:spMkLst>
        </pc:spChg>
        <pc:picChg chg="add mod ord">
          <ac:chgData name="Sofia Pellizzari" userId="S::10765394@polimi.it::78abf4ff-5422-46cc-876c-504ba7ecf233" providerId="AD" clId="Web-{2C96C031-0FD7-96B6-F5D7-DFDBF3B0C22B}" dt="2024-06-22T18:15:39.873" v="5"/>
          <ac:picMkLst>
            <pc:docMk/>
            <pc:sldMk cId="2284133991" sldId="256"/>
            <ac:picMk id="4" creationId="{26CDBE0B-5019-458A-7137-98A2451264B2}"/>
          </ac:picMkLst>
        </pc:picChg>
        <pc:picChg chg="add mod ord">
          <ac:chgData name="Sofia Pellizzari" userId="S::10765394@polimi.it::78abf4ff-5422-46cc-876c-504ba7ecf233" providerId="AD" clId="Web-{2C96C031-0FD7-96B6-F5D7-DFDBF3B0C22B}" dt="2024-06-22T18:15:39.873" v="5"/>
          <ac:picMkLst>
            <pc:docMk/>
            <pc:sldMk cId="2284133991" sldId="256"/>
            <ac:picMk id="5" creationId="{BCE8C3C1-F4BB-D4F2-2405-5F54532C8E0F}"/>
          </ac:picMkLst>
        </pc:picChg>
        <pc:cxnChg chg="add">
          <ac:chgData name="Sofia Pellizzari" userId="S::10765394@polimi.it::78abf4ff-5422-46cc-876c-504ba7ecf233" providerId="AD" clId="Web-{2C96C031-0FD7-96B6-F5D7-DFDBF3B0C22B}" dt="2024-06-22T18:15:39.873" v="5"/>
          <ac:cxnSpMkLst>
            <pc:docMk/>
            <pc:sldMk cId="2284133991" sldId="256"/>
            <ac:cxnSpMk id="14" creationId="{C41BAEC7-F7B0-4224-8B18-8F74B7D87F0B}"/>
          </ac:cxnSpMkLst>
        </pc:cxnChg>
      </pc:sldChg>
      <pc:sldChg chg="addSp delSp modSp mod setBg">
        <pc:chgData name="Sofia Pellizzari" userId="S::10765394@polimi.it::78abf4ff-5422-46cc-876c-504ba7ecf233" providerId="AD" clId="Web-{2C96C031-0FD7-96B6-F5D7-DFDBF3B0C22B}" dt="2024-06-22T18:20:06.036" v="23" actId="20577"/>
        <pc:sldMkLst>
          <pc:docMk/>
          <pc:sldMk cId="1190504049" sldId="257"/>
        </pc:sldMkLst>
        <pc:spChg chg="mod">
          <ac:chgData name="Sofia Pellizzari" userId="S::10765394@polimi.it::78abf4ff-5422-46cc-876c-504ba7ecf233" providerId="AD" clId="Web-{2C96C031-0FD7-96B6-F5D7-DFDBF3B0C22B}" dt="2024-06-22T18:19:12.159" v="15" actId="14100"/>
          <ac:spMkLst>
            <pc:docMk/>
            <pc:sldMk cId="1190504049" sldId="257"/>
            <ac:spMk id="2" creationId="{656AB35F-84BF-E00C-1223-FA4167D7AA07}"/>
          </ac:spMkLst>
        </pc:spChg>
        <pc:spChg chg="mod">
          <ac:chgData name="Sofia Pellizzari" userId="S::10765394@polimi.it::78abf4ff-5422-46cc-876c-504ba7ecf233" providerId="AD" clId="Web-{2C96C031-0FD7-96B6-F5D7-DFDBF3B0C22B}" dt="2024-06-22T18:20:06.036" v="23" actId="20577"/>
          <ac:spMkLst>
            <pc:docMk/>
            <pc:sldMk cId="1190504049" sldId="257"/>
            <ac:spMk id="3" creationId="{3D1725B5-707D-632E-69FD-9C00D0378E88}"/>
          </ac:spMkLst>
        </pc:spChg>
        <pc:spChg chg="add del">
          <ac:chgData name="Sofia Pellizzari" userId="S::10765394@polimi.it::78abf4ff-5422-46cc-876c-504ba7ecf233" providerId="AD" clId="Web-{2C96C031-0FD7-96B6-F5D7-DFDBF3B0C22B}" dt="2024-06-22T18:18:42.924" v="11"/>
          <ac:spMkLst>
            <pc:docMk/>
            <pc:sldMk cId="1190504049" sldId="257"/>
            <ac:spMk id="9" creationId="{E8A8EAB8-D2FF-444D-B34B-7D32F106AD0E}"/>
          </ac:spMkLst>
        </pc:spChg>
        <pc:spChg chg="add">
          <ac:chgData name="Sofia Pellizzari" userId="S::10765394@polimi.it::78abf4ff-5422-46cc-876c-504ba7ecf233" providerId="AD" clId="Web-{2C96C031-0FD7-96B6-F5D7-DFDBF3B0C22B}" dt="2024-06-22T18:18:42.924" v="11"/>
          <ac:spMkLst>
            <pc:docMk/>
            <pc:sldMk cId="1190504049" sldId="257"/>
            <ac:spMk id="18" creationId="{9AA72BD9-2C5A-4EDC-931F-5AA08EACA0F3}"/>
          </ac:spMkLst>
        </pc:spChg>
        <pc:spChg chg="add">
          <ac:chgData name="Sofia Pellizzari" userId="S::10765394@polimi.it::78abf4ff-5422-46cc-876c-504ba7ecf233" providerId="AD" clId="Web-{2C96C031-0FD7-96B6-F5D7-DFDBF3B0C22B}" dt="2024-06-22T18:18:42.924" v="11"/>
          <ac:spMkLst>
            <pc:docMk/>
            <pc:sldMk cId="1190504049" sldId="257"/>
            <ac:spMk id="20" creationId="{DD3981AC-7B61-4947-BCF3-F7AA7FA385B9}"/>
          </ac:spMkLst>
        </pc:spChg>
        <pc:spChg chg="add">
          <ac:chgData name="Sofia Pellizzari" userId="S::10765394@polimi.it::78abf4ff-5422-46cc-876c-504ba7ecf233" providerId="AD" clId="Web-{2C96C031-0FD7-96B6-F5D7-DFDBF3B0C22B}" dt="2024-06-22T18:18:42.924" v="11"/>
          <ac:spMkLst>
            <pc:docMk/>
            <pc:sldMk cId="1190504049" sldId="257"/>
            <ac:spMk id="22" creationId="{55D4142C-5077-457F-A6AD-3FECFDB39685}"/>
          </ac:spMkLst>
        </pc:spChg>
        <pc:spChg chg="add">
          <ac:chgData name="Sofia Pellizzari" userId="S::10765394@polimi.it::78abf4ff-5422-46cc-876c-504ba7ecf233" providerId="AD" clId="Web-{2C96C031-0FD7-96B6-F5D7-DFDBF3B0C22B}" dt="2024-06-22T18:18:42.924" v="11"/>
          <ac:spMkLst>
            <pc:docMk/>
            <pc:sldMk cId="1190504049" sldId="257"/>
            <ac:spMk id="24" creationId="{7A5F0580-5EE9-419F-96EE-B6529EF6E7D0}"/>
          </ac:spMkLst>
        </pc:spChg>
        <pc:picChg chg="mod ord">
          <ac:chgData name="Sofia Pellizzari" userId="S::10765394@polimi.it::78abf4ff-5422-46cc-876c-504ba7ecf233" providerId="AD" clId="Web-{2C96C031-0FD7-96B6-F5D7-DFDBF3B0C22B}" dt="2024-06-22T18:18:42.924" v="11"/>
          <ac:picMkLst>
            <pc:docMk/>
            <pc:sldMk cId="1190504049" sldId="257"/>
            <ac:picMk id="4" creationId="{A84F430B-C4FF-E46B-0650-8F38A7A30CDF}"/>
          </ac:picMkLst>
        </pc:picChg>
        <pc:cxnChg chg="add del">
          <ac:chgData name="Sofia Pellizzari" userId="S::10765394@polimi.it::78abf4ff-5422-46cc-876c-504ba7ecf233" providerId="AD" clId="Web-{2C96C031-0FD7-96B6-F5D7-DFDBF3B0C22B}" dt="2024-06-22T18:18:42.924" v="11"/>
          <ac:cxnSpMkLst>
            <pc:docMk/>
            <pc:sldMk cId="1190504049" sldId="257"/>
            <ac:cxnSpMk id="11" creationId="{EEA38897-7BA3-4408-8083-3235339C4A60}"/>
          </ac:cxnSpMkLst>
        </pc:cxnChg>
        <pc:cxnChg chg="add del">
          <ac:chgData name="Sofia Pellizzari" userId="S::10765394@polimi.it::78abf4ff-5422-46cc-876c-504ba7ecf233" providerId="AD" clId="Web-{2C96C031-0FD7-96B6-F5D7-DFDBF3B0C22B}" dt="2024-06-22T18:18:42.924" v="11"/>
          <ac:cxnSpMkLst>
            <pc:docMk/>
            <pc:sldMk cId="1190504049" sldId="257"/>
            <ac:cxnSpMk id="13" creationId="{F11AD06B-AB20-4097-8606-5DA00DBACE88}"/>
          </ac:cxnSpMkLst>
        </pc:cxnChg>
      </pc:sldChg>
    </pc:docChg>
  </pc:docChgLst>
  <pc:docChgLst>
    <pc:chgData name="Giorgio Mantoan" userId="S::10768804@polimi.it::e9a14d46-c97a-417c-adcd-3f02413ce001" providerId="AD" clId="Web-{5D0BCA2A-3245-CF49-0591-1804AE920566}"/>
    <pc:docChg chg="modSld addMainMaster delMainMaster">
      <pc:chgData name="Giorgio Mantoan" userId="S::10768804@polimi.it::e9a14d46-c97a-417c-adcd-3f02413ce001" providerId="AD" clId="Web-{5D0BCA2A-3245-CF49-0591-1804AE920566}" dt="2024-06-22T15:26:28.074" v="568" actId="14100"/>
      <pc:docMkLst>
        <pc:docMk/>
      </pc:docMkLst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2284133991" sldId="256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2284133991" sldId="256"/>
            <ac:spMk id="2" creationId="{5AAB0932-D757-C2BB-0546-F6904DE58DA7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2284133991" sldId="256"/>
            <ac:spMk id="3" creationId="{E873D65C-B094-FBCC-1615-6F841F39E2AD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50.850" v="566" actId="14100"/>
        <pc:sldMkLst>
          <pc:docMk/>
          <pc:sldMk cId="1190504049" sldId="257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190504049" sldId="257"/>
            <ac:spMk id="2" creationId="{656AB35F-84BF-E00C-1223-FA4167D7AA07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190504049" sldId="257"/>
            <ac:spMk id="3" creationId="{3D1725B5-707D-632E-69FD-9C00D0378E88}"/>
          </ac:spMkLst>
        </pc:spChg>
        <pc:picChg chg="mod">
          <ac:chgData name="Giorgio Mantoan" userId="S::10768804@polimi.it::e9a14d46-c97a-417c-adcd-3f02413ce001" providerId="AD" clId="Web-{5D0BCA2A-3245-CF49-0591-1804AE920566}" dt="2024-06-22T15:19:50.850" v="566" actId="14100"/>
          <ac:picMkLst>
            <pc:docMk/>
            <pc:sldMk cId="1190504049" sldId="257"/>
            <ac:picMk id="4" creationId="{A84F430B-C4FF-E46B-0650-8F38A7A30CDF}"/>
          </ac:picMkLst>
        </pc:picChg>
      </pc:sldChg>
      <pc:sldChg chg="modSp mod modClrScheme chgLayout">
        <pc:chgData name="Giorgio Mantoan" userId="S::10768804@polimi.it::e9a14d46-c97a-417c-adcd-3f02413ce001" providerId="AD" clId="Web-{5D0BCA2A-3245-CF49-0591-1804AE920566}" dt="2024-06-22T15:26:28.074" v="568" actId="14100"/>
        <pc:sldMkLst>
          <pc:docMk/>
          <pc:sldMk cId="3341535718" sldId="258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3341535718" sldId="258"/>
            <ac:spMk id="2" creationId="{A8B55CB1-9C8C-59FD-1A62-3825C74437C8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26:28.074" v="568" actId="14100"/>
          <ac:spMkLst>
            <pc:docMk/>
            <pc:sldMk cId="3341535718" sldId="258"/>
            <ac:spMk id="3" creationId="{4E8787C9-2CB5-1ED3-0CF7-CE2F92B7E054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1728464903" sldId="259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728464903" sldId="259"/>
            <ac:spMk id="2" creationId="{955DDB4E-F180-4C27-0377-C7F87BC6388B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728464903" sldId="259"/>
            <ac:spMk id="3" creationId="{35351235-E0A9-A4FF-BB9C-DC8FFFE0C6DE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3702985839" sldId="260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3702985839" sldId="260"/>
            <ac:spMk id="2" creationId="{51CBBA9C-7CF6-223D-CEC9-880A24AA96B8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3702985839" sldId="260"/>
            <ac:spMk id="3" creationId="{87D5130C-A343-0968-73EE-D4CED8B6E7AE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3719791006" sldId="261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3719791006" sldId="261"/>
            <ac:spMk id="2" creationId="{10E1E023-7D1F-A1EF-CA81-42B0A8F37BB1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3719791006" sldId="261"/>
            <ac:spMk id="3" creationId="{A8EFD721-EBE7-D9B8-8859-87AC36950AEE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1011386390" sldId="263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011386390" sldId="263"/>
            <ac:spMk id="2" creationId="{0D8C689C-28D3-A42D-E849-8EA898D598F9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011386390" sldId="263"/>
            <ac:spMk id="3" creationId="{5E0AD193-C506-3A5D-DD3C-EA22C9520306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1765460653" sldId="264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765460653" sldId="264"/>
            <ac:spMk id="2" creationId="{E2E2963D-959E-BF5E-4979-DB5702A6C1CC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765460653" sldId="264"/>
            <ac:spMk id="3" creationId="{B00888EA-9095-9B74-5183-3C6379FC12D5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817792079" sldId="265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817792079" sldId="265"/>
            <ac:spMk id="2" creationId="{75B2D2FE-4E04-C1BC-B67D-378FFB75B04A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817792079" sldId="265"/>
            <ac:spMk id="3" creationId="{F52632A8-25FD-3D62-745F-34244304D0F2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2624618770" sldId="266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2624618770" sldId="266"/>
            <ac:spMk id="2" creationId="{860E4EBC-0319-F1EB-63C8-198A6CD8A82E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2624618770" sldId="266"/>
            <ac:spMk id="3" creationId="{06025CDE-F681-06CB-37EC-137B56E4BD1F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3717163317" sldId="267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3717163317" sldId="267"/>
            <ac:spMk id="2" creationId="{3351F160-7254-1C37-C182-05F95765A13E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3717163317" sldId="267"/>
            <ac:spMk id="3" creationId="{E26D8DCF-C20B-1C53-4E1D-13EC6F319F7A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1798315030" sldId="268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798315030" sldId="268"/>
            <ac:spMk id="2" creationId="{98CF306A-0186-548F-AB5C-ED23B597CCC3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1798315030" sldId="268"/>
            <ac:spMk id="3" creationId="{02BB0DFC-79A1-A77F-69E8-C9807B76C31F}"/>
          </ac:spMkLst>
        </pc:spChg>
      </pc:sldChg>
      <pc:sldChg chg="modSp mod modClrScheme chgLayout">
        <pc:chgData name="Giorgio Mantoan" userId="S::10768804@polimi.it::e9a14d46-c97a-417c-adcd-3f02413ce001" providerId="AD" clId="Web-{5D0BCA2A-3245-CF49-0591-1804AE920566}" dt="2024-06-22T15:19:37.631" v="565"/>
        <pc:sldMkLst>
          <pc:docMk/>
          <pc:sldMk cId="4004929106" sldId="269"/>
        </pc:sldMkLst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4004929106" sldId="269"/>
            <ac:spMk id="2" creationId="{762BBEA7-9BC1-FBBF-B211-A08528A0ACE9}"/>
          </ac:spMkLst>
        </pc:spChg>
        <pc:spChg chg="mod ord">
          <ac:chgData name="Giorgio Mantoan" userId="S::10768804@polimi.it::e9a14d46-c97a-417c-adcd-3f02413ce001" providerId="AD" clId="Web-{5D0BCA2A-3245-CF49-0591-1804AE920566}" dt="2024-06-22T15:19:37.631" v="565"/>
          <ac:spMkLst>
            <pc:docMk/>
            <pc:sldMk cId="4004929106" sldId="269"/>
            <ac:spMk id="3" creationId="{068C650D-2B86-EBAB-0FD8-F59AEBD4FDFB}"/>
          </ac:spMkLst>
        </pc:spChg>
      </pc:sldChg>
      <pc:sldMasterChg chg="add del addSldLayout delSldLayout">
        <pc:chgData name="Giorgio Mantoan" userId="S::10768804@polimi.it::e9a14d46-c97a-417c-adcd-3f02413ce001" providerId="AD" clId="Web-{5D0BCA2A-3245-CF49-0591-1804AE920566}" dt="2024-06-22T15:19:37.631" v="565"/>
        <pc:sldMasterMkLst>
          <pc:docMk/>
          <pc:sldMasterMk cId="1257983492" sldId="2147483648"/>
        </pc:sldMasterMkLst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679449572" sldId="2147483649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2840690688" sldId="2147483650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2914052029" sldId="2147483651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1607429338" sldId="2147483652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28090106" sldId="2147483653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2683639178" sldId="2147483654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3467994050" sldId="2147483655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1008348911" sldId="2147483656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4148678729" sldId="2147483657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3981259166" sldId="2147483658"/>
          </pc:sldLayoutMkLst>
        </pc:sldLayoutChg>
        <pc:sldLayoutChg chg="add del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1257983492" sldId="2147483648"/>
            <pc:sldLayoutMk cId="482892277" sldId="2147483659"/>
          </pc:sldLayoutMkLst>
        </pc:sldLayoutChg>
      </pc:sldMasterChg>
      <pc:sldMasterChg chg="add del addSldLayout delSldLayout modSldLayout">
        <pc:chgData name="Giorgio Mantoan" userId="S::10768804@polimi.it::e9a14d46-c97a-417c-adcd-3f02413ce001" providerId="AD" clId="Web-{5D0BCA2A-3245-CF49-0591-1804AE920566}" dt="2024-06-22T15:19:37.631" v="565"/>
        <pc:sldMasterMkLst>
          <pc:docMk/>
          <pc:sldMasterMk cId="2589491196" sldId="2147483660"/>
        </pc:sldMasterMkLst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238668471" sldId="2147483661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3976026127" sldId="2147483662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2667297961" sldId="2147483663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2893191863" sldId="2147483664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1246294151" sldId="2147483665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1590673868" sldId="2147483666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3692393635" sldId="2147483667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3603374772" sldId="2147483668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1380501361" sldId="2147483669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1842440403" sldId="2147483670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7.631" v="565"/>
          <pc:sldLayoutMkLst>
            <pc:docMk/>
            <pc:sldMasterMk cId="2589491196" sldId="2147483660"/>
            <pc:sldLayoutMk cId="642043945" sldId="2147483671"/>
          </pc:sldLayoutMkLst>
        </pc:sldLayoutChg>
      </pc:sldMasterChg>
      <pc:sldMasterChg chg="add del addSldLayout delSldLayout modSldLayout">
        <pc:chgData name="Giorgio Mantoan" userId="S::10768804@polimi.it::e9a14d46-c97a-417c-adcd-3f02413ce001" providerId="AD" clId="Web-{5D0BCA2A-3245-CF49-0591-1804AE920566}" dt="2024-06-22T15:19:34.881" v="564"/>
        <pc:sldMasterMkLst>
          <pc:docMk/>
          <pc:sldMasterMk cId="597379842" sldId="2147483672"/>
        </pc:sldMasterMkLst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2440060806" sldId="2147483673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2748163602" sldId="2147483674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2611324709" sldId="2147483675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2020373342" sldId="2147483676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1181702227" sldId="2147483677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1949805187" sldId="2147483678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1912692802" sldId="2147483679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2656562772" sldId="2147483680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2499327664" sldId="2147483681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3955792905" sldId="2147483682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4.881" v="564"/>
          <pc:sldLayoutMkLst>
            <pc:docMk/>
            <pc:sldMasterMk cId="597379842" sldId="2147483672"/>
            <pc:sldLayoutMk cId="3138545678" sldId="2147483683"/>
          </pc:sldLayoutMkLst>
        </pc:sldLayoutChg>
      </pc:sldMasterChg>
      <pc:sldMasterChg chg="add del addSldLayout delSldLayout modSldLayout">
        <pc:chgData name="Giorgio Mantoan" userId="S::10768804@polimi.it::e9a14d46-c97a-417c-adcd-3f02413ce001" providerId="AD" clId="Web-{5D0BCA2A-3245-CF49-0591-1804AE920566}" dt="2024-06-22T15:19:32.646" v="563"/>
        <pc:sldMasterMkLst>
          <pc:docMk/>
          <pc:sldMasterMk cId="3744365366" sldId="2147483684"/>
        </pc:sldMasterMkLst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1004870269" sldId="2147483685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3694521286" sldId="2147483686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1422433356" sldId="2147483687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2809463041" sldId="2147483688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3347296043" sldId="2147483689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293255228" sldId="2147483690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3734122879" sldId="2147483691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904965520" sldId="2147483692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2208338527" sldId="2147483693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3012977246" sldId="2147483694"/>
          </pc:sldLayoutMkLst>
        </pc:sldLayoutChg>
        <pc:sldLayoutChg chg="add del mod replId">
          <pc:chgData name="Giorgio Mantoan" userId="S::10768804@polimi.it::e9a14d46-c97a-417c-adcd-3f02413ce001" providerId="AD" clId="Web-{5D0BCA2A-3245-CF49-0591-1804AE920566}" dt="2024-06-22T15:19:32.646" v="563"/>
          <pc:sldLayoutMkLst>
            <pc:docMk/>
            <pc:sldMasterMk cId="3744365366" sldId="2147483684"/>
            <pc:sldLayoutMk cId="2769143752" sldId="2147483695"/>
          </pc:sldLayoutMkLst>
        </pc:sldLayoutChg>
      </pc:sldMasterChg>
    </pc:docChg>
  </pc:docChgLst>
  <pc:docChgLst>
    <pc:chgData name="Lorenzo Nalini" userId="S::10839898@polimi.it::64c6179a-5114-4dc9-b008-b7a5b6387b2d" providerId="AD" clId="Web-{DCF42168-E817-BC8F-8B92-2F25D54EC0E2}"/>
    <pc:docChg chg="addSld delSld modSld sldOrd">
      <pc:chgData name="Lorenzo Nalini" userId="S::10839898@polimi.it::64c6179a-5114-4dc9-b008-b7a5b6387b2d" providerId="AD" clId="Web-{DCF42168-E817-BC8F-8B92-2F25D54EC0E2}" dt="2024-06-23T15:49:07.804" v="376" actId="20577"/>
      <pc:docMkLst>
        <pc:docMk/>
      </pc:docMkLst>
      <pc:sldChg chg="addSp delSp modSp del">
        <pc:chgData name="Lorenzo Nalini" userId="S::10839898@polimi.it::64c6179a-5114-4dc9-b008-b7a5b6387b2d" providerId="AD" clId="Web-{DCF42168-E817-BC8F-8B92-2F25D54EC0E2}" dt="2024-06-23T14:48:17.574" v="17"/>
        <pc:sldMkLst>
          <pc:docMk/>
          <pc:sldMk cId="2624618770" sldId="266"/>
        </pc:sldMkLst>
        <pc:spChg chg="del">
          <ac:chgData name="Lorenzo Nalini" userId="S::10839898@polimi.it::64c6179a-5114-4dc9-b008-b7a5b6387b2d" providerId="AD" clId="Web-{DCF42168-E817-BC8F-8B92-2F25D54EC0E2}" dt="2024-06-23T14:45:15.756" v="0"/>
          <ac:spMkLst>
            <pc:docMk/>
            <pc:sldMk cId="2624618770" sldId="266"/>
            <ac:spMk id="3" creationId="{06025CDE-F681-06CB-37EC-137B56E4BD1F}"/>
          </ac:spMkLst>
        </pc:spChg>
        <pc:picChg chg="add mod ord modCrop">
          <ac:chgData name="Lorenzo Nalini" userId="S::10839898@polimi.it::64c6179a-5114-4dc9-b008-b7a5b6387b2d" providerId="AD" clId="Web-{DCF42168-E817-BC8F-8B92-2F25D54EC0E2}" dt="2024-06-23T14:45:49.538" v="5" actId="1076"/>
          <ac:picMkLst>
            <pc:docMk/>
            <pc:sldMk cId="2624618770" sldId="266"/>
            <ac:picMk id="4" creationId="{A9592496-CF81-AB12-C7D6-DB22AF9D102B}"/>
          </ac:picMkLst>
        </pc:picChg>
      </pc:sldChg>
      <pc:sldChg chg="addSp delSp modSp new ord">
        <pc:chgData name="Lorenzo Nalini" userId="S::10839898@polimi.it::64c6179a-5114-4dc9-b008-b7a5b6387b2d" providerId="AD" clId="Web-{DCF42168-E817-BC8F-8B92-2F25D54EC0E2}" dt="2024-06-23T15:49:07.804" v="376" actId="20577"/>
        <pc:sldMkLst>
          <pc:docMk/>
          <pc:sldMk cId="651846462" sldId="270"/>
        </pc:sldMkLst>
        <pc:spChg chg="mod">
          <ac:chgData name="Lorenzo Nalini" userId="S::10839898@polimi.it::64c6179a-5114-4dc9-b008-b7a5b6387b2d" providerId="AD" clId="Web-{DCF42168-E817-BC8F-8B92-2F25D54EC0E2}" dt="2024-06-23T15:40:29.176" v="172" actId="20577"/>
          <ac:spMkLst>
            <pc:docMk/>
            <pc:sldMk cId="651846462" sldId="270"/>
            <ac:spMk id="2" creationId="{1D56D03E-9ACA-8815-E6AC-A8870C98BF3D}"/>
          </ac:spMkLst>
        </pc:spChg>
        <pc:spChg chg="mod">
          <ac:chgData name="Lorenzo Nalini" userId="S::10839898@polimi.it::64c6179a-5114-4dc9-b008-b7a5b6387b2d" providerId="AD" clId="Web-{DCF42168-E817-BC8F-8B92-2F25D54EC0E2}" dt="2024-06-23T15:49:07.804" v="376" actId="20577"/>
          <ac:spMkLst>
            <pc:docMk/>
            <pc:sldMk cId="651846462" sldId="270"/>
            <ac:spMk id="3" creationId="{09FC0618-4EAE-AFF9-02CC-2551242E91FD}"/>
          </ac:spMkLst>
        </pc:spChg>
        <pc:picChg chg="add mod">
          <ac:chgData name="Lorenzo Nalini" userId="S::10839898@polimi.it::64c6179a-5114-4dc9-b008-b7a5b6387b2d" providerId="AD" clId="Web-{DCF42168-E817-BC8F-8B92-2F25D54EC0E2}" dt="2024-06-23T15:48:38.287" v="368" actId="14100"/>
          <ac:picMkLst>
            <pc:docMk/>
            <pc:sldMk cId="651846462" sldId="270"/>
            <ac:picMk id="4" creationId="{603923E9-6CAB-BF05-C502-87049DB6DDE1}"/>
          </ac:picMkLst>
        </pc:picChg>
        <pc:picChg chg="add del mod">
          <ac:chgData name="Lorenzo Nalini" userId="S::10839898@polimi.it::64c6179a-5114-4dc9-b008-b7a5b6387b2d" providerId="AD" clId="Web-{DCF42168-E817-BC8F-8B92-2F25D54EC0E2}" dt="2024-06-23T15:40:25.770" v="171"/>
          <ac:picMkLst>
            <pc:docMk/>
            <pc:sldMk cId="651846462" sldId="270"/>
            <ac:picMk id="5" creationId="{FCEC1D87-50DD-D8E4-49D4-DE70BB6CFD81}"/>
          </ac:picMkLst>
        </pc:picChg>
        <pc:picChg chg="add mod">
          <ac:chgData name="Lorenzo Nalini" userId="S::10839898@polimi.it::64c6179a-5114-4dc9-b008-b7a5b6387b2d" providerId="AD" clId="Web-{DCF42168-E817-BC8F-8B92-2F25D54EC0E2}" dt="2024-06-23T15:48:43.428" v="370" actId="14100"/>
          <ac:picMkLst>
            <pc:docMk/>
            <pc:sldMk cId="651846462" sldId="270"/>
            <ac:picMk id="6" creationId="{556B279C-A641-6C64-4BB0-603DC1F7146D}"/>
          </ac:picMkLst>
        </pc:picChg>
      </pc:sldChg>
    </pc:docChg>
  </pc:docChgLst>
  <pc:docChgLst>
    <pc:chgData name="Sofia Pellizzari" userId="S::10765394@polimi.it::78abf4ff-5422-46cc-876c-504ba7ecf233" providerId="AD" clId="Web-{D12E6BCA-3B0D-8F6C-C6C1-9C3044173938}"/>
    <pc:docChg chg="modSld">
      <pc:chgData name="Sofia Pellizzari" userId="S::10765394@polimi.it::78abf4ff-5422-46cc-876c-504ba7ecf233" providerId="AD" clId="Web-{D12E6BCA-3B0D-8F6C-C6C1-9C3044173938}" dt="2024-06-24T12:27:32.161" v="2" actId="20577"/>
      <pc:docMkLst>
        <pc:docMk/>
      </pc:docMkLst>
      <pc:sldChg chg="modSp">
        <pc:chgData name="Sofia Pellizzari" userId="S::10765394@polimi.it::78abf4ff-5422-46cc-876c-504ba7ecf233" providerId="AD" clId="Web-{D12E6BCA-3B0D-8F6C-C6C1-9C3044173938}" dt="2024-06-24T12:27:32.161" v="2" actId="20577"/>
        <pc:sldMkLst>
          <pc:docMk/>
          <pc:sldMk cId="3719791006" sldId="261"/>
        </pc:sldMkLst>
        <pc:spChg chg="mod">
          <ac:chgData name="Sofia Pellizzari" userId="S::10765394@polimi.it::78abf4ff-5422-46cc-876c-504ba7ecf233" providerId="AD" clId="Web-{D12E6BCA-3B0D-8F6C-C6C1-9C3044173938}" dt="2024-06-24T12:27:32.161" v="2" actId="20577"/>
          <ac:spMkLst>
            <pc:docMk/>
            <pc:sldMk cId="3719791006" sldId="261"/>
            <ac:spMk id="5" creationId="{F5C22967-8382-295C-95CA-20CEE8BE475C}"/>
          </ac:spMkLst>
        </pc:spChg>
      </pc:sldChg>
    </pc:docChg>
  </pc:docChgLst>
  <pc:docChgLst>
    <pc:chgData name="Lorenzo Nalini" userId="S::10839898@polimi.it::64c6179a-5114-4dc9-b008-b7a5b6387b2d" providerId="AD" clId="Web-{F0FF10F9-804D-BC30-7133-92AAFD155BE9}"/>
    <pc:docChg chg="modSld">
      <pc:chgData name="Lorenzo Nalini" userId="S::10839898@polimi.it::64c6179a-5114-4dc9-b008-b7a5b6387b2d" providerId="AD" clId="Web-{F0FF10F9-804D-BC30-7133-92AAFD155BE9}" dt="2024-06-24T12:32:34.167" v="8" actId="20577"/>
      <pc:docMkLst>
        <pc:docMk/>
      </pc:docMkLst>
      <pc:sldChg chg="modSp">
        <pc:chgData name="Lorenzo Nalini" userId="S::10839898@polimi.it::64c6179a-5114-4dc9-b008-b7a5b6387b2d" providerId="AD" clId="Web-{F0FF10F9-804D-BC30-7133-92AAFD155BE9}" dt="2024-06-24T12:32:34.167" v="8" actId="20577"/>
        <pc:sldMkLst>
          <pc:docMk/>
          <pc:sldMk cId="1765460653" sldId="264"/>
        </pc:sldMkLst>
        <pc:spChg chg="mod">
          <ac:chgData name="Lorenzo Nalini" userId="S::10839898@polimi.it::64c6179a-5114-4dc9-b008-b7a5b6387b2d" providerId="AD" clId="Web-{F0FF10F9-804D-BC30-7133-92AAFD155BE9}" dt="2024-06-24T12:32:34.167" v="8" actId="20577"/>
          <ac:spMkLst>
            <pc:docMk/>
            <pc:sldMk cId="1765460653" sldId="264"/>
            <ac:spMk id="3" creationId="{B00888EA-9095-9B74-5183-3C6379FC12D5}"/>
          </ac:spMkLst>
        </pc:spChg>
      </pc:sldChg>
    </pc:docChg>
  </pc:docChgLst>
  <pc:docChgLst>
    <pc:chgData name="Giorgio Mantoan" userId="S::10768804@polimi.it::e9a14d46-c97a-417c-adcd-3f02413ce001" providerId="AD" clId="Web-{47D3EF89-72A4-3EC9-54A9-FF922A64E301}"/>
    <pc:docChg chg="modSld">
      <pc:chgData name="Giorgio Mantoan" userId="S::10768804@polimi.it::e9a14d46-c97a-417c-adcd-3f02413ce001" providerId="AD" clId="Web-{47D3EF89-72A4-3EC9-54A9-FF922A64E301}" dt="2024-06-24T05:50:33.427" v="1" actId="20577"/>
      <pc:docMkLst>
        <pc:docMk/>
      </pc:docMkLst>
      <pc:sldChg chg="modSp">
        <pc:chgData name="Giorgio Mantoan" userId="S::10768804@polimi.it::e9a14d46-c97a-417c-adcd-3f02413ce001" providerId="AD" clId="Web-{47D3EF89-72A4-3EC9-54A9-FF922A64E301}" dt="2024-06-24T05:50:33.427" v="1" actId="20577"/>
        <pc:sldMkLst>
          <pc:docMk/>
          <pc:sldMk cId="2284133991" sldId="256"/>
        </pc:sldMkLst>
        <pc:spChg chg="mod">
          <ac:chgData name="Giorgio Mantoan" userId="S::10768804@polimi.it::e9a14d46-c97a-417c-adcd-3f02413ce001" providerId="AD" clId="Web-{47D3EF89-72A4-3EC9-54A9-FF922A64E301}" dt="2024-06-24T05:50:33.427" v="1" actId="20577"/>
          <ac:spMkLst>
            <pc:docMk/>
            <pc:sldMk cId="2284133991" sldId="256"/>
            <ac:spMk id="3" creationId="{E873D65C-B094-FBCC-1615-6F841F39E2AD}"/>
          </ac:spMkLst>
        </pc:spChg>
      </pc:sldChg>
      <pc:sldChg chg="modSp">
        <pc:chgData name="Giorgio Mantoan" userId="S::10768804@polimi.it::e9a14d46-c97a-417c-adcd-3f02413ce001" providerId="AD" clId="Web-{47D3EF89-72A4-3EC9-54A9-FF922A64E301}" dt="2024-06-24T05:50:01.973" v="0" actId="14100"/>
        <pc:sldMkLst>
          <pc:docMk/>
          <pc:sldMk cId="1728464903" sldId="259"/>
        </pc:sldMkLst>
        <pc:picChg chg="mod">
          <ac:chgData name="Giorgio Mantoan" userId="S::10768804@polimi.it::e9a14d46-c97a-417c-adcd-3f02413ce001" providerId="AD" clId="Web-{47D3EF89-72A4-3EC9-54A9-FF922A64E301}" dt="2024-06-24T05:50:01.973" v="0" actId="14100"/>
          <ac:picMkLst>
            <pc:docMk/>
            <pc:sldMk cId="1728464903" sldId="259"/>
            <ac:picMk id="4" creationId="{938B295E-80BD-A08B-CD12-90D98FDD4040}"/>
          </ac:picMkLst>
        </pc:picChg>
      </pc:sldChg>
    </pc:docChg>
  </pc:docChgLst>
  <pc:docChgLst>
    <pc:chgData name="Lorenzo Nalini" userId="S::10839898@polimi.it::64c6179a-5114-4dc9-b008-b7a5b6387b2d" providerId="AD" clId="Web-{829DE188-7EE0-70F3-30E8-DEBC61862076}"/>
    <pc:docChg chg="modSld">
      <pc:chgData name="Lorenzo Nalini" userId="S::10839898@polimi.it::64c6179a-5114-4dc9-b008-b7a5b6387b2d" providerId="AD" clId="Web-{829DE188-7EE0-70F3-30E8-DEBC61862076}" dt="2024-06-22T18:03:45.810" v="332" actId="20577"/>
      <pc:docMkLst>
        <pc:docMk/>
      </pc:docMkLst>
      <pc:sldChg chg="addSp modSp">
        <pc:chgData name="Lorenzo Nalini" userId="S::10839898@polimi.it::64c6179a-5114-4dc9-b008-b7a5b6387b2d" providerId="AD" clId="Web-{829DE188-7EE0-70F3-30E8-DEBC61862076}" dt="2024-06-22T18:03:45.810" v="332" actId="20577"/>
        <pc:sldMkLst>
          <pc:docMk/>
          <pc:sldMk cId="1765460653" sldId="264"/>
        </pc:sldMkLst>
        <pc:spChg chg="mod">
          <ac:chgData name="Lorenzo Nalini" userId="S::10839898@polimi.it::64c6179a-5114-4dc9-b008-b7a5b6387b2d" providerId="AD" clId="Web-{829DE188-7EE0-70F3-30E8-DEBC61862076}" dt="2024-06-22T18:03:45.810" v="332" actId="20577"/>
          <ac:spMkLst>
            <pc:docMk/>
            <pc:sldMk cId="1765460653" sldId="264"/>
            <ac:spMk id="3" creationId="{B00888EA-9095-9B74-5183-3C6379FC12D5}"/>
          </ac:spMkLst>
        </pc:spChg>
        <pc:picChg chg="mod">
          <ac:chgData name="Lorenzo Nalini" userId="S::10839898@polimi.it::64c6179a-5114-4dc9-b008-b7a5b6387b2d" providerId="AD" clId="Web-{829DE188-7EE0-70F3-30E8-DEBC61862076}" dt="2024-06-22T17:37:56.363" v="46" actId="1076"/>
          <ac:picMkLst>
            <pc:docMk/>
            <pc:sldMk cId="1765460653" sldId="264"/>
            <ac:picMk id="4" creationId="{A8C5C0F6-2C96-C8A2-52B3-953E1678E725}"/>
          </ac:picMkLst>
        </pc:picChg>
        <pc:picChg chg="add mod">
          <ac:chgData name="Lorenzo Nalini" userId="S::10839898@polimi.it::64c6179a-5114-4dc9-b008-b7a5b6387b2d" providerId="AD" clId="Web-{829DE188-7EE0-70F3-30E8-DEBC61862076}" dt="2024-06-22T17:46:05.281" v="60" actId="1076"/>
          <ac:picMkLst>
            <pc:docMk/>
            <pc:sldMk cId="1765460653" sldId="264"/>
            <ac:picMk id="5" creationId="{CACFF278-1B50-D1AF-088B-1F29791F0C43}"/>
          </ac:picMkLst>
        </pc:picChg>
      </pc:sldChg>
      <pc:sldChg chg="addSp modSp">
        <pc:chgData name="Lorenzo Nalini" userId="S::10839898@polimi.it::64c6179a-5114-4dc9-b008-b7a5b6387b2d" providerId="AD" clId="Web-{829DE188-7EE0-70F3-30E8-DEBC61862076}" dt="2024-06-22T18:02:32.417" v="330" actId="1076"/>
        <pc:sldMkLst>
          <pc:docMk/>
          <pc:sldMk cId="817792079" sldId="265"/>
        </pc:sldMkLst>
        <pc:spChg chg="mod">
          <ac:chgData name="Lorenzo Nalini" userId="S::10839898@polimi.it::64c6179a-5114-4dc9-b008-b7a5b6387b2d" providerId="AD" clId="Web-{829DE188-7EE0-70F3-30E8-DEBC61862076}" dt="2024-06-22T18:02:27.730" v="327" actId="20577"/>
          <ac:spMkLst>
            <pc:docMk/>
            <pc:sldMk cId="817792079" sldId="265"/>
            <ac:spMk id="3" creationId="{F52632A8-25FD-3D62-745F-34244304D0F2}"/>
          </ac:spMkLst>
        </pc:spChg>
        <pc:picChg chg="add mod">
          <ac:chgData name="Lorenzo Nalini" userId="S::10839898@polimi.it::64c6179a-5114-4dc9-b008-b7a5b6387b2d" providerId="AD" clId="Web-{829DE188-7EE0-70F3-30E8-DEBC61862076}" dt="2024-06-22T18:02:32.417" v="330" actId="1076"/>
          <ac:picMkLst>
            <pc:docMk/>
            <pc:sldMk cId="817792079" sldId="265"/>
            <ac:picMk id="4" creationId="{BAA75922-7920-A05F-AD6A-C7285B1BF890}"/>
          </ac:picMkLst>
        </pc:picChg>
      </pc:sldChg>
    </pc:docChg>
  </pc:docChgLst>
  <pc:docChgLst>
    <pc:chgData name="Lorenzo Nalini" userId="S::10839898@polimi.it::64c6179a-5114-4dc9-b008-b7a5b6387b2d" providerId="AD" clId="Web-{53743A51-3F68-F3F5-2519-97848274815A}"/>
    <pc:docChg chg="modSld">
      <pc:chgData name="Lorenzo Nalini" userId="S::10839898@polimi.it::64c6179a-5114-4dc9-b008-b7a5b6387b2d" providerId="AD" clId="Web-{53743A51-3F68-F3F5-2519-97848274815A}" dt="2024-06-22T17:31:26.697" v="2345" actId="1076"/>
      <pc:docMkLst>
        <pc:docMk/>
      </pc:docMkLst>
      <pc:sldChg chg="addSp delSp modSp mod setBg">
        <pc:chgData name="Lorenzo Nalini" userId="S::10839898@polimi.it::64c6179a-5114-4dc9-b008-b7a5b6387b2d" providerId="AD" clId="Web-{53743A51-3F68-F3F5-2519-97848274815A}" dt="2024-06-22T15:16:23.337" v="932" actId="20577"/>
        <pc:sldMkLst>
          <pc:docMk/>
          <pc:sldMk cId="1190504049" sldId="257"/>
        </pc:sldMkLst>
        <pc:spChg chg="mod">
          <ac:chgData name="Lorenzo Nalini" userId="S::10839898@polimi.it::64c6179a-5114-4dc9-b008-b7a5b6387b2d" providerId="AD" clId="Web-{53743A51-3F68-F3F5-2519-97848274815A}" dt="2024-06-22T15:16:15.805" v="930" actId="20577"/>
          <ac:spMkLst>
            <pc:docMk/>
            <pc:sldMk cId="1190504049" sldId="257"/>
            <ac:spMk id="2" creationId="{656AB35F-84BF-E00C-1223-FA4167D7AA07}"/>
          </ac:spMkLst>
        </pc:spChg>
        <pc:spChg chg="mod">
          <ac:chgData name="Lorenzo Nalini" userId="S::10839898@polimi.it::64c6179a-5114-4dc9-b008-b7a5b6387b2d" providerId="AD" clId="Web-{53743A51-3F68-F3F5-2519-97848274815A}" dt="2024-06-22T15:16:23.337" v="932" actId="20577"/>
          <ac:spMkLst>
            <pc:docMk/>
            <pc:sldMk cId="1190504049" sldId="257"/>
            <ac:spMk id="3" creationId="{3D1725B5-707D-632E-69FD-9C00D0378E88}"/>
          </ac:spMkLst>
        </pc:spChg>
        <pc:picChg chg="add del mod">
          <ac:chgData name="Lorenzo Nalini" userId="S::10839898@polimi.it::64c6179a-5114-4dc9-b008-b7a5b6387b2d" providerId="AD" clId="Web-{53743A51-3F68-F3F5-2519-97848274815A}" dt="2024-06-22T14:59:34.138" v="265" actId="14100"/>
          <ac:picMkLst>
            <pc:docMk/>
            <pc:sldMk cId="1190504049" sldId="257"/>
            <ac:picMk id="4" creationId="{A84F430B-C4FF-E46B-0650-8F38A7A30CDF}"/>
          </ac:picMkLst>
        </pc:picChg>
      </pc:sldChg>
      <pc:sldChg chg="modSp">
        <pc:chgData name="Lorenzo Nalini" userId="S::10839898@polimi.it::64c6179a-5114-4dc9-b008-b7a5b6387b2d" providerId="AD" clId="Web-{53743A51-3F68-F3F5-2519-97848274815A}" dt="2024-06-22T15:17:35.123" v="1026" actId="20577"/>
        <pc:sldMkLst>
          <pc:docMk/>
          <pc:sldMk cId="3341535718" sldId="258"/>
        </pc:sldMkLst>
        <pc:spChg chg="mod">
          <ac:chgData name="Lorenzo Nalini" userId="S::10839898@polimi.it::64c6179a-5114-4dc9-b008-b7a5b6387b2d" providerId="AD" clId="Web-{53743A51-3F68-F3F5-2519-97848274815A}" dt="2024-06-22T15:16:09.914" v="928" actId="20577"/>
          <ac:spMkLst>
            <pc:docMk/>
            <pc:sldMk cId="3341535718" sldId="258"/>
            <ac:spMk id="2" creationId="{A8B55CB1-9C8C-59FD-1A62-3825C74437C8}"/>
          </ac:spMkLst>
        </pc:spChg>
        <pc:spChg chg="mod">
          <ac:chgData name="Lorenzo Nalini" userId="S::10839898@polimi.it::64c6179a-5114-4dc9-b008-b7a5b6387b2d" providerId="AD" clId="Web-{53743A51-3F68-F3F5-2519-97848274815A}" dt="2024-06-22T15:17:35.123" v="1026" actId="20577"/>
          <ac:spMkLst>
            <pc:docMk/>
            <pc:sldMk cId="3341535718" sldId="258"/>
            <ac:spMk id="3" creationId="{4E8787C9-2CB5-1ED3-0CF7-CE2F92B7E054}"/>
          </ac:spMkLst>
        </pc:spChg>
      </pc:sldChg>
      <pc:sldChg chg="addSp delSp modSp">
        <pc:chgData name="Lorenzo Nalini" userId="S::10839898@polimi.it::64c6179a-5114-4dc9-b008-b7a5b6387b2d" providerId="AD" clId="Web-{53743A51-3F68-F3F5-2519-97848274815A}" dt="2024-06-22T15:25:07.930" v="1311" actId="1076"/>
        <pc:sldMkLst>
          <pc:docMk/>
          <pc:sldMk cId="3719791006" sldId="261"/>
        </pc:sldMkLst>
        <pc:spChg chg="mod">
          <ac:chgData name="Lorenzo Nalini" userId="S::10839898@polimi.it::64c6179a-5114-4dc9-b008-b7a5b6387b2d" providerId="AD" clId="Web-{53743A51-3F68-F3F5-2519-97848274815A}" dt="2024-06-22T15:24:45.944" v="1305" actId="20577"/>
          <ac:spMkLst>
            <pc:docMk/>
            <pc:sldMk cId="3719791006" sldId="261"/>
            <ac:spMk id="3" creationId="{A8EFD721-EBE7-D9B8-8859-87AC36950AEE}"/>
          </ac:spMkLst>
        </pc:spChg>
        <pc:graphicFrameChg chg="add mod modGraphic">
          <ac:chgData name="Lorenzo Nalini" userId="S::10839898@polimi.it::64c6179a-5114-4dc9-b008-b7a5b6387b2d" providerId="AD" clId="Web-{53743A51-3F68-F3F5-2519-97848274815A}" dt="2024-06-22T15:25:07.930" v="1311" actId="1076"/>
          <ac:graphicFrameMkLst>
            <pc:docMk/>
            <pc:sldMk cId="3719791006" sldId="261"/>
            <ac:graphicFrameMk id="6" creationId="{6DD8A12B-B141-6AB9-AD38-3ED7E3569849}"/>
          </ac:graphicFrameMkLst>
        </pc:graphicFrameChg>
        <pc:picChg chg="del mod">
          <ac:chgData name="Lorenzo Nalini" userId="S::10839898@polimi.it::64c6179a-5114-4dc9-b008-b7a5b6387b2d" providerId="AD" clId="Web-{53743A51-3F68-F3F5-2519-97848274815A}" dt="2024-06-22T15:24:18.114" v="1297"/>
          <ac:picMkLst>
            <pc:docMk/>
            <pc:sldMk cId="3719791006" sldId="261"/>
            <ac:picMk id="5" creationId="{96BBF79E-FC5B-B34A-7485-8DAA56338370}"/>
          </ac:picMkLst>
        </pc:picChg>
      </pc:sldChg>
      <pc:sldChg chg="addSp modSp">
        <pc:chgData name="Lorenzo Nalini" userId="S::10839898@polimi.it::64c6179a-5114-4dc9-b008-b7a5b6387b2d" providerId="AD" clId="Web-{53743A51-3F68-F3F5-2519-97848274815A}" dt="2024-06-22T15:45:57.189" v="2086" actId="1076"/>
        <pc:sldMkLst>
          <pc:docMk/>
          <pc:sldMk cId="1011386390" sldId="263"/>
        </pc:sldMkLst>
        <pc:spChg chg="mod">
          <ac:chgData name="Lorenzo Nalini" userId="S::10839898@polimi.it::64c6179a-5114-4dc9-b008-b7a5b6387b2d" providerId="AD" clId="Web-{53743A51-3F68-F3F5-2519-97848274815A}" dt="2024-06-22T15:41:24.298" v="1922" actId="20577"/>
          <ac:spMkLst>
            <pc:docMk/>
            <pc:sldMk cId="1011386390" sldId="263"/>
            <ac:spMk id="2" creationId="{0D8C689C-28D3-A42D-E849-8EA898D598F9}"/>
          </ac:spMkLst>
        </pc:spChg>
        <pc:spChg chg="mod">
          <ac:chgData name="Lorenzo Nalini" userId="S::10839898@polimi.it::64c6179a-5114-4dc9-b008-b7a5b6387b2d" providerId="AD" clId="Web-{53743A51-3F68-F3F5-2519-97848274815A}" dt="2024-06-22T15:45:53.673" v="2084" actId="20577"/>
          <ac:spMkLst>
            <pc:docMk/>
            <pc:sldMk cId="1011386390" sldId="263"/>
            <ac:spMk id="3" creationId="{5E0AD193-C506-3A5D-DD3C-EA22C9520306}"/>
          </ac:spMkLst>
        </pc:spChg>
        <pc:picChg chg="add mod">
          <ac:chgData name="Lorenzo Nalini" userId="S::10839898@polimi.it::64c6179a-5114-4dc9-b008-b7a5b6387b2d" providerId="AD" clId="Web-{53743A51-3F68-F3F5-2519-97848274815A}" dt="2024-06-22T15:45:40.016" v="2077" actId="1076"/>
          <ac:picMkLst>
            <pc:docMk/>
            <pc:sldMk cId="1011386390" sldId="263"/>
            <ac:picMk id="4" creationId="{44E156E2-725E-16F7-78D4-4308546EC9D0}"/>
          </ac:picMkLst>
        </pc:picChg>
        <pc:picChg chg="add mod">
          <ac:chgData name="Lorenzo Nalini" userId="S::10839898@polimi.it::64c6179a-5114-4dc9-b008-b7a5b6387b2d" providerId="AD" clId="Web-{53743A51-3F68-F3F5-2519-97848274815A}" dt="2024-06-22T15:45:57.189" v="2086" actId="1076"/>
          <ac:picMkLst>
            <pc:docMk/>
            <pc:sldMk cId="1011386390" sldId="263"/>
            <ac:picMk id="5" creationId="{4B90606C-F101-AD69-E50D-3D3E777E97C8}"/>
          </ac:picMkLst>
        </pc:picChg>
      </pc:sldChg>
      <pc:sldChg chg="addSp modSp">
        <pc:chgData name="Lorenzo Nalini" userId="S::10839898@polimi.it::64c6179a-5114-4dc9-b008-b7a5b6387b2d" providerId="AD" clId="Web-{53743A51-3F68-F3F5-2519-97848274815A}" dt="2024-06-22T17:31:26.697" v="2345" actId="1076"/>
        <pc:sldMkLst>
          <pc:docMk/>
          <pc:sldMk cId="1765460653" sldId="264"/>
        </pc:sldMkLst>
        <pc:spChg chg="mod">
          <ac:chgData name="Lorenzo Nalini" userId="S::10839898@polimi.it::64c6179a-5114-4dc9-b008-b7a5b6387b2d" providerId="AD" clId="Web-{53743A51-3F68-F3F5-2519-97848274815A}" dt="2024-06-22T15:46:42.223" v="2113" actId="20577"/>
          <ac:spMkLst>
            <pc:docMk/>
            <pc:sldMk cId="1765460653" sldId="264"/>
            <ac:spMk id="2" creationId="{E2E2963D-959E-BF5E-4979-DB5702A6C1CC}"/>
          </ac:spMkLst>
        </pc:spChg>
        <pc:spChg chg="mod">
          <ac:chgData name="Lorenzo Nalini" userId="S::10839898@polimi.it::64c6179a-5114-4dc9-b008-b7a5b6387b2d" providerId="AD" clId="Web-{53743A51-3F68-F3F5-2519-97848274815A}" dt="2024-06-22T17:31:23.712" v="2344" actId="20577"/>
          <ac:spMkLst>
            <pc:docMk/>
            <pc:sldMk cId="1765460653" sldId="264"/>
            <ac:spMk id="3" creationId="{B00888EA-9095-9B74-5183-3C6379FC12D5}"/>
          </ac:spMkLst>
        </pc:spChg>
        <pc:picChg chg="add mod modCrop">
          <ac:chgData name="Lorenzo Nalini" userId="S::10839898@polimi.it::64c6179a-5114-4dc9-b008-b7a5b6387b2d" providerId="AD" clId="Web-{53743A51-3F68-F3F5-2519-97848274815A}" dt="2024-06-22T17:31:26.697" v="2345" actId="1076"/>
          <ac:picMkLst>
            <pc:docMk/>
            <pc:sldMk cId="1765460653" sldId="264"/>
            <ac:picMk id="4" creationId="{A8C5C0F6-2C96-C8A2-52B3-953E1678E725}"/>
          </ac:picMkLst>
        </pc:picChg>
      </pc:sldChg>
      <pc:sldChg chg="addSp delSp modSp">
        <pc:chgData name="Lorenzo Nalini" userId="S::10839898@polimi.it::64c6179a-5114-4dc9-b008-b7a5b6387b2d" providerId="AD" clId="Web-{53743A51-3F68-F3F5-2519-97848274815A}" dt="2024-06-22T15:07:14.352" v="634" actId="1076"/>
        <pc:sldMkLst>
          <pc:docMk/>
          <pc:sldMk cId="3717163317" sldId="267"/>
        </pc:sldMkLst>
        <pc:picChg chg="del">
          <ac:chgData name="Lorenzo Nalini" userId="S::10839898@polimi.it::64c6179a-5114-4dc9-b008-b7a5b6387b2d" providerId="AD" clId="Web-{53743A51-3F68-F3F5-2519-97848274815A}" dt="2024-06-22T15:05:26.596" v="628"/>
          <ac:picMkLst>
            <pc:docMk/>
            <pc:sldMk cId="3717163317" sldId="267"/>
            <ac:picMk id="5" creationId="{CF70590F-5627-47E6-2B1F-19DFED7CB87F}"/>
          </ac:picMkLst>
        </pc:picChg>
        <pc:picChg chg="add mod">
          <ac:chgData name="Lorenzo Nalini" userId="S::10839898@polimi.it::64c6179a-5114-4dc9-b008-b7a5b6387b2d" providerId="AD" clId="Web-{53743A51-3F68-F3F5-2519-97848274815A}" dt="2024-06-22T15:07:14.352" v="634" actId="1076"/>
          <ac:picMkLst>
            <pc:docMk/>
            <pc:sldMk cId="3717163317" sldId="267"/>
            <ac:picMk id="6" creationId="{20F16AF6-D1F9-E7C3-5C5B-85A3297ABCA6}"/>
          </ac:picMkLst>
        </pc:picChg>
      </pc:sldChg>
      <pc:sldChg chg="modSp">
        <pc:chgData name="Lorenzo Nalini" userId="S::10839898@polimi.it::64c6179a-5114-4dc9-b008-b7a5b6387b2d" providerId="AD" clId="Web-{53743A51-3F68-F3F5-2519-97848274815A}" dt="2024-06-22T15:04:39.719" v="627" actId="20577"/>
        <pc:sldMkLst>
          <pc:docMk/>
          <pc:sldMk cId="1798315030" sldId="268"/>
        </pc:sldMkLst>
        <pc:spChg chg="mod">
          <ac:chgData name="Lorenzo Nalini" userId="S::10839898@polimi.it::64c6179a-5114-4dc9-b008-b7a5b6387b2d" providerId="AD" clId="Web-{53743A51-3F68-F3F5-2519-97848274815A}" dt="2024-06-22T15:03:20.230" v="526" actId="20577"/>
          <ac:spMkLst>
            <pc:docMk/>
            <pc:sldMk cId="1798315030" sldId="268"/>
            <ac:spMk id="2" creationId="{98CF306A-0186-548F-AB5C-ED23B597CCC3}"/>
          </ac:spMkLst>
        </pc:spChg>
        <pc:spChg chg="mod">
          <ac:chgData name="Lorenzo Nalini" userId="S::10839898@polimi.it::64c6179a-5114-4dc9-b008-b7a5b6387b2d" providerId="AD" clId="Web-{53743A51-3F68-F3F5-2519-97848274815A}" dt="2024-06-22T15:04:39.719" v="627" actId="20577"/>
          <ac:spMkLst>
            <pc:docMk/>
            <pc:sldMk cId="1798315030" sldId="268"/>
            <ac:spMk id="3" creationId="{02BB0DFC-79A1-A77F-69E8-C9807B76C31F}"/>
          </ac:spMkLst>
        </pc:spChg>
      </pc:sldChg>
      <pc:sldChg chg="addSp delSp modSp">
        <pc:chgData name="Lorenzo Nalini" userId="S::10839898@polimi.it::64c6179a-5114-4dc9-b008-b7a5b6387b2d" providerId="AD" clId="Web-{53743A51-3F68-F3F5-2519-97848274815A}" dt="2024-06-22T15:35:26.278" v="1741"/>
        <pc:sldMkLst>
          <pc:docMk/>
          <pc:sldMk cId="4004929106" sldId="269"/>
        </pc:sldMkLst>
        <pc:spChg chg="mod">
          <ac:chgData name="Lorenzo Nalini" userId="S::10839898@polimi.it::64c6179a-5114-4dc9-b008-b7a5b6387b2d" providerId="AD" clId="Web-{53743A51-3F68-F3F5-2519-97848274815A}" dt="2024-06-22T15:35:01.651" v="1737" actId="20577"/>
          <ac:spMkLst>
            <pc:docMk/>
            <pc:sldMk cId="4004929106" sldId="269"/>
            <ac:spMk id="3" creationId="{068C650D-2B86-EBAB-0FD8-F59AEBD4FDFB}"/>
          </ac:spMkLst>
        </pc:spChg>
        <pc:graphicFrameChg chg="add mod modGraphic">
          <ac:chgData name="Lorenzo Nalini" userId="S::10839898@polimi.it::64c6179a-5114-4dc9-b008-b7a5b6387b2d" providerId="AD" clId="Web-{53743A51-3F68-F3F5-2519-97848274815A}" dt="2024-06-22T15:35:26.278" v="1741"/>
          <ac:graphicFrameMkLst>
            <pc:docMk/>
            <pc:sldMk cId="4004929106" sldId="269"/>
            <ac:graphicFrameMk id="7" creationId="{7BAC9E8D-AD94-1C76-C72F-F4493C4F4852}"/>
          </ac:graphicFrameMkLst>
        </pc:graphicFrameChg>
        <pc:picChg chg="add del mod">
          <ac:chgData name="Lorenzo Nalini" userId="S::10839898@polimi.it::64c6179a-5114-4dc9-b008-b7a5b6387b2d" providerId="AD" clId="Web-{53743A51-3F68-F3F5-2519-97848274815A}" dt="2024-06-22T15:08:09.027" v="636"/>
          <ac:picMkLst>
            <pc:docMk/>
            <pc:sldMk cId="4004929106" sldId="269"/>
            <ac:picMk id="4" creationId="{8568A866-B5B3-54CE-7B07-C1A561E6467A}"/>
          </ac:picMkLst>
        </pc:picChg>
        <pc:picChg chg="add mod">
          <ac:chgData name="Lorenzo Nalini" userId="S::10839898@polimi.it::64c6179a-5114-4dc9-b008-b7a5b6387b2d" providerId="AD" clId="Web-{53743A51-3F68-F3F5-2519-97848274815A}" dt="2024-06-22T15:30:08.885" v="1327" actId="1076"/>
          <ac:picMkLst>
            <pc:docMk/>
            <pc:sldMk cId="4004929106" sldId="269"/>
            <ac:picMk id="5" creationId="{5D1300E4-5B35-B97F-B0F6-5DC66B3E0EA3}"/>
          </ac:picMkLst>
        </pc:picChg>
        <pc:picChg chg="add del mod">
          <ac:chgData name="Lorenzo Nalini" userId="S::10839898@polimi.it::64c6179a-5114-4dc9-b008-b7a5b6387b2d" providerId="AD" clId="Web-{53743A51-3F68-F3F5-2519-97848274815A}" dt="2024-06-22T15:30:22.229" v="1329"/>
          <ac:picMkLst>
            <pc:docMk/>
            <pc:sldMk cId="4004929106" sldId="269"/>
            <ac:picMk id="6" creationId="{812BC6BC-B7CF-CE0F-35C1-658959E22E9A}"/>
          </ac:picMkLst>
        </pc:picChg>
      </pc:sldChg>
    </pc:docChg>
  </pc:docChgLst>
  <pc:docChgLst>
    <pc:chgData name="Lorenzo Nalini" userId="S::10839898@polimi.it::64c6179a-5114-4dc9-b008-b7a5b6387b2d" providerId="AD" clId="Web-{3CC18AFD-07DC-F101-B285-40B15E61FDDF}"/>
    <pc:docChg chg="modSld">
      <pc:chgData name="Lorenzo Nalini" userId="S::10839898@polimi.it::64c6179a-5114-4dc9-b008-b7a5b6387b2d" providerId="AD" clId="Web-{3CC18AFD-07DC-F101-B285-40B15E61FDDF}" dt="2024-06-23T09:26:03.074" v="22"/>
      <pc:docMkLst>
        <pc:docMk/>
      </pc:docMkLst>
      <pc:sldChg chg="addSp delSp modSp mod setBg">
        <pc:chgData name="Lorenzo Nalini" userId="S::10839898@polimi.it::64c6179a-5114-4dc9-b008-b7a5b6387b2d" providerId="AD" clId="Web-{3CC18AFD-07DC-F101-B285-40B15E61FDDF}" dt="2024-06-23T09:26:03.074" v="22"/>
        <pc:sldMkLst>
          <pc:docMk/>
          <pc:sldMk cId="1190504049" sldId="257"/>
        </pc:sldMkLst>
        <pc:picChg chg="del mod">
          <ac:chgData name="Lorenzo Nalini" userId="S::10839898@polimi.it::64c6179a-5114-4dc9-b008-b7a5b6387b2d" providerId="AD" clId="Web-{3CC18AFD-07DC-F101-B285-40B15E61FDDF}" dt="2024-06-23T09:25:33.604" v="20"/>
          <ac:picMkLst>
            <pc:docMk/>
            <pc:sldMk cId="1190504049" sldId="257"/>
            <ac:picMk id="4" creationId="{A84F430B-C4FF-E46B-0650-8F38A7A30CDF}"/>
          </ac:picMkLst>
        </pc:picChg>
        <pc:picChg chg="add del mod">
          <ac:chgData name="Lorenzo Nalini" userId="S::10839898@polimi.it::64c6179a-5114-4dc9-b008-b7a5b6387b2d" providerId="AD" clId="Web-{3CC18AFD-07DC-F101-B285-40B15E61FDDF}" dt="2024-06-23T09:23:06.709" v="1"/>
          <ac:picMkLst>
            <pc:docMk/>
            <pc:sldMk cId="1190504049" sldId="257"/>
            <ac:picMk id="5" creationId="{EFB2F065-2661-70D6-5C31-A71EDF976FD0}"/>
          </ac:picMkLst>
        </pc:picChg>
        <pc:picChg chg="add del mod modCrop">
          <ac:chgData name="Lorenzo Nalini" userId="S::10839898@polimi.it::64c6179a-5114-4dc9-b008-b7a5b6387b2d" providerId="AD" clId="Web-{3CC18AFD-07DC-F101-B285-40B15E61FDDF}" dt="2024-06-23T09:25:16.338" v="18"/>
          <ac:picMkLst>
            <pc:docMk/>
            <pc:sldMk cId="1190504049" sldId="257"/>
            <ac:picMk id="6" creationId="{2DDA21BC-8FA6-1375-6C6D-38E41FD93628}"/>
          </ac:picMkLst>
        </pc:picChg>
        <pc:picChg chg="add del mod">
          <ac:chgData name="Lorenzo Nalini" userId="S::10839898@polimi.it::64c6179a-5114-4dc9-b008-b7a5b6387b2d" providerId="AD" clId="Web-{3CC18AFD-07DC-F101-B285-40B15E61FDDF}" dt="2024-06-23T09:26:03.074" v="22"/>
          <ac:picMkLst>
            <pc:docMk/>
            <pc:sldMk cId="1190504049" sldId="257"/>
            <ac:picMk id="7" creationId="{9D314147-A3DC-C89A-CFF0-5FB8ADFB28AE}"/>
          </ac:picMkLst>
        </pc:picChg>
      </pc:sldChg>
    </pc:docChg>
  </pc:docChgLst>
  <pc:docChgLst>
    <pc:chgData name="Giorgio Mantoan" userId="S::10768804@polimi.it::e9a14d46-c97a-417c-adcd-3f02413ce001" providerId="AD" clId="Web-{5286B442-5875-23B3-847A-1EE7B88F1077}"/>
    <pc:docChg chg="modSld">
      <pc:chgData name="Giorgio Mantoan" userId="S::10768804@polimi.it::e9a14d46-c97a-417c-adcd-3f02413ce001" providerId="AD" clId="Web-{5286B442-5875-23B3-847A-1EE7B88F1077}" dt="2024-06-22T14:33:49.864" v="34" actId="20577"/>
      <pc:docMkLst>
        <pc:docMk/>
      </pc:docMkLst>
      <pc:sldChg chg="modSp">
        <pc:chgData name="Giorgio Mantoan" userId="S::10768804@polimi.it::e9a14d46-c97a-417c-adcd-3f02413ce001" providerId="AD" clId="Web-{5286B442-5875-23B3-847A-1EE7B88F1077}" dt="2024-06-22T14:33:49.864" v="34" actId="20577"/>
        <pc:sldMkLst>
          <pc:docMk/>
          <pc:sldMk cId="1190504049" sldId="257"/>
        </pc:sldMkLst>
        <pc:spChg chg="mod">
          <ac:chgData name="Giorgio Mantoan" userId="S::10768804@polimi.it::e9a14d46-c97a-417c-adcd-3f02413ce001" providerId="AD" clId="Web-{5286B442-5875-23B3-847A-1EE7B88F1077}" dt="2024-06-22T14:33:49.864" v="34" actId="20577"/>
          <ac:spMkLst>
            <pc:docMk/>
            <pc:sldMk cId="1190504049" sldId="257"/>
            <ac:spMk id="3" creationId="{3D1725B5-707D-632E-69FD-9C00D0378E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7459-EA85-54EB-44B9-DD6D990FD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041BC-8A44-BACF-25C0-4BCCA2DD8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CFCF9-456E-F511-D418-454DA82D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D3213-F91F-F6FF-8D3F-D2FEC868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DE7C6-5E72-DE6E-0A90-F12795615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7944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2828-7A57-69FA-DEE7-082C8517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852A6-D7F9-78F1-23D2-5338071CF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28084-A7E1-3756-19E4-33AAC349E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1BC4A-E229-7215-87CB-03EC074C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C30A1-716C-DA5A-D722-ED244B78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4069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30A8-1731-AAF4-1C2E-BE188F81B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D65D3-6087-65EE-9A45-6CA2CFE42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11B7E-14FF-7880-6AE8-4D4E1D27E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67018-BD78-0A30-5175-6A991009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DEE58-9670-72D8-B7E6-F424E224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1405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2EB6-C311-806C-C7F1-DA0DF30A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BC692-6782-CBC7-9E60-D0C51AB98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2F3C9-AE93-2C3A-46A9-91FABA8FF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A5268-2D46-1093-F57A-13260B74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14D91-2149-8CEA-78C5-D5AEDA65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180C9-D0DA-A5A4-4BCA-79A16B69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0742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532E-0208-EBD5-51E0-93E8FF26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A6168-A167-D3F7-8243-8788C4D76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66614-66BD-F7C1-5A17-8A9F30145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F919C-79A2-8DDC-E11F-34CA8C399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98889-C830-8F8C-6972-8F5C8FAD7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0829A-2970-B7F7-1857-FF46C68C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AD1A0E-A0F0-5122-0685-45E0949C1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5C67F-B6A5-025D-1533-480D56F6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09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7DFA-5D5E-C444-FFDD-45270EDC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AFB93-F263-3980-031D-7CD595D37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A1F03-1C5D-2736-471F-E4994A18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16F16-0958-BA26-867F-2DF3EC48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8363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68406-C3F6-A767-92F0-90D3FA1A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68D4B-594B-8534-B430-FFB358D2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35F3B-29E8-DD25-CA4A-986B70AE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6799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4DD5-D131-0072-5162-1D93D993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8BDF-9C83-C4A4-6BB9-2A56D97C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2B44C-5025-750D-2129-2DA06D662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D1E30-721A-DADE-5611-1AC21F26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8D042-73CB-BCE7-A436-EC120F0B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9A795-80C4-5238-625D-2D0700CF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8348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A4DC-FFCE-80A0-42E7-86ECA8CD7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D7C9B-987C-1A9D-350C-FE8CED90A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531A9-6638-B1DE-1987-677641009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1397A-6C98-C4C2-302F-DBD8F47B7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88341-A165-81E7-290B-145A18BA6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8E177-D22B-28A4-4F28-A8BBBF533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48678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DD94-FFFF-78BE-4C34-1FE2A7E0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1065D-1791-76D3-1386-2817D1DE6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D9085-DCA5-B7A8-8C30-5F6B2CAE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414EB-A91C-055A-7B48-69AEEB4E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485FE-43C1-A66E-3A28-999CE643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8125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04CC1-9E13-5DB8-E1DB-7C9205BBB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CDBF5-A79F-A0E7-F330-6C82C986C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537F7-DA6B-AF26-9505-1AF6E9DB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00E2-A0CB-BDA5-CD27-F7E327F3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A8581-4504-C27A-4B26-CCC1C321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8289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3A4F8-8E4C-2148-2786-D4567FCF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F1DEE-6608-0AAD-2BF4-1E04E49D5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C6BC9-EA70-7BD6-BDB9-FDCCC6935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CA717-1A8C-AE48-BA66-16EBC5C85CD4}" type="datetimeFigureOut">
              <a:rPr lang="en-IT" smtClean="0"/>
              <a:t>09/21/2025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929C-1DBF-1DC6-B30F-92F25708E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1499A-17B1-13A9-3BDD-E185392E7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51A86-F8AF-0B48-8BC4-6EDAEFB2D887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5798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Ridurre l'inquinamento e tutelare la salute. Le misure del decreto Clima |  Gruppo Pd - Camera dei deputati | News, informazioni e tanto altro sulle  nostre attività">
            <a:extLst>
              <a:ext uri="{FF2B5EF4-FFF2-40B4-BE49-F238E27FC236}">
                <a16:creationId xmlns:a16="http://schemas.microsoft.com/office/drawing/2014/main" id="{BCE8C3C1-F4BB-D4F2-2405-5F54532C8E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7850" r="-1" b="-1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4" name="Immagine 3" descr="Perché economia e geopolitica sono sempre più connesse - Il Sole 24 ORE">
            <a:extLst>
              <a:ext uri="{FF2B5EF4-FFF2-40B4-BE49-F238E27FC236}">
                <a16:creationId xmlns:a16="http://schemas.microsoft.com/office/drawing/2014/main" id="{26CDBE0B-5019-458A-7137-98A2451264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29" b="6393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B0932-D757-C2BB-0546-F6904DE58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IT" sz="4600">
                <a:solidFill>
                  <a:schemeClr val="bg1"/>
                </a:solidFill>
              </a:rPr>
              <a:t>QUANTO L’ECONOMIA DI UN PAESE NE PREVEDE L’INQUINAMENTO?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3D65C-B094-FBCC-1615-6F841F39E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endParaRPr lang="en-IT" sz="2000">
              <a:solidFill>
                <a:schemeClr val="bg1"/>
              </a:solidFill>
            </a:endParaRPr>
          </a:p>
          <a:p>
            <a:pPr algn="l"/>
            <a:endParaRPr lang="en-IT" sz="2000">
              <a:solidFill>
                <a:schemeClr val="bg1"/>
              </a:solidFill>
            </a:endParaRPr>
          </a:p>
          <a:p>
            <a:pPr algn="l"/>
            <a:endParaRPr lang="en-IT" sz="2000">
              <a:solidFill>
                <a:schemeClr val="bg1"/>
              </a:solidFill>
            </a:endParaRPr>
          </a:p>
          <a:p>
            <a:pPr algn="l"/>
            <a:r>
              <a:rPr lang="en-IT" sz="2000">
                <a:solidFill>
                  <a:schemeClr val="bg1"/>
                </a:solidFill>
              </a:rPr>
              <a:t>Lorenzo Nalini, Sofia Pellizzari,</a:t>
            </a:r>
          </a:p>
          <a:p>
            <a:pPr algn="l"/>
            <a:r>
              <a:rPr lang="en-IT" sz="2000">
                <a:solidFill>
                  <a:schemeClr val="bg1"/>
                </a:solidFill>
              </a:rPr>
              <a:t>Giorgio Mantoan, Filippo Stellato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13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AB35F-84BF-E00C-1223-FA4167D7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54" y="916307"/>
            <a:ext cx="5271699" cy="1163458"/>
          </a:xfrm>
        </p:spPr>
        <p:txBody>
          <a:bodyPr anchor="b">
            <a:normAutofit/>
          </a:bodyPr>
          <a:lstStyle/>
          <a:p>
            <a:r>
              <a:rPr lang="it-IT" sz="2800">
                <a:solidFill>
                  <a:schemeClr val="bg1"/>
                </a:solidFill>
                <a:latin typeface="Arial"/>
                <a:cs typeface="Arial"/>
              </a:rPr>
              <a:t>Come misurare l'inquinamento?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725B5-707D-632E-69FD-9C00D0378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34" y="2456060"/>
            <a:ext cx="5985672" cy="440981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b="1">
                <a:solidFill>
                  <a:schemeClr val="bg1"/>
                </a:solidFill>
                <a:latin typeface="Arial"/>
                <a:cs typeface="Arial"/>
              </a:rPr>
              <a:t>AQI (</a:t>
            </a:r>
            <a:r>
              <a:rPr lang="it-IT" sz="2400">
                <a:solidFill>
                  <a:schemeClr val="bg1"/>
                </a:solidFill>
                <a:latin typeface="Arial"/>
                <a:cs typeface="Arial"/>
              </a:rPr>
              <a:t>indice di qualità dell'aria): </a:t>
            </a:r>
            <a:endParaRPr lang="it-IT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it-IT" sz="2400">
                <a:solidFill>
                  <a:schemeClr val="bg1"/>
                </a:solidFill>
                <a:latin typeface="Arial"/>
                <a:cs typeface="Arial"/>
              </a:rPr>
              <a:t>misura lo stato di qualità dell'aria considerando le concentrazioni dei principali inquinanti atmosferici (ozono, monossido di carbonio, particolato di varie dimensioni...)</a:t>
            </a:r>
            <a:endParaRPr lang="it-IT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it-IT" sz="2400">
                <a:solidFill>
                  <a:schemeClr val="bg1"/>
                </a:solidFill>
                <a:latin typeface="Arial"/>
                <a:cs typeface="Arial"/>
              </a:rPr>
              <a:t>Come risposta per il modello è stato utilizzato il valore medio dell'AQI misurato in una delle principali città del paese</a:t>
            </a:r>
          </a:p>
          <a:p>
            <a:pPr>
              <a:lnSpc>
                <a:spcPct val="100000"/>
              </a:lnSpc>
            </a:pPr>
            <a:endParaRPr lang="it-IT" sz="24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it-IT" sz="160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it-IT" sz="160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it-IT" sz="16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it-IT" sz="16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T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0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5CB1-9C8C-59FD-1A62-3825C744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403225"/>
            <a:ext cx="10668000" cy="1312863"/>
          </a:xfrm>
        </p:spPr>
        <p:txBody>
          <a:bodyPr/>
          <a:lstStyle/>
          <a:p>
            <a:r>
              <a:rPr lang="en-IT">
                <a:latin typeface="Arial"/>
                <a:cs typeface="Arial"/>
              </a:rPr>
              <a:t>Costruzione del dataset</a:t>
            </a:r>
            <a:endParaRPr lang="it-IT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87C9-2CB5-1ED3-0CF7-CE2F92B7E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52" y="1746014"/>
            <a:ext cx="10834048" cy="443094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it-IT">
                <a:latin typeface="Arial"/>
                <a:cs typeface="Arial"/>
              </a:rPr>
              <a:t>Il dataset originale contenente l'AQI non conteneva informazioni su predittori interessanti.</a:t>
            </a:r>
          </a:p>
          <a:p>
            <a:pPr marL="0" indent="0">
              <a:buNone/>
            </a:pPr>
            <a:r>
              <a:rPr lang="it-IT">
                <a:latin typeface="Arial"/>
                <a:cs typeface="Arial"/>
              </a:rPr>
              <a:t>Abbiamo trovato altri dataset con:</a:t>
            </a:r>
            <a:endParaRPr lang="it-IT">
              <a:latin typeface="Arial"/>
              <a:ea typeface="+mn-lt"/>
              <a:cs typeface="Arial"/>
            </a:endParaRPr>
          </a:p>
          <a:p>
            <a:pPr marL="457200" indent="-457200"/>
            <a:r>
              <a:rPr lang="it-IT">
                <a:latin typeface="Arial"/>
                <a:ea typeface="+mn-lt"/>
                <a:cs typeface="+mn-lt"/>
              </a:rPr>
              <a:t>Parametri sull’economia dei paesi (</a:t>
            </a:r>
            <a:r>
              <a:rPr lang="it-IT" b="1">
                <a:latin typeface="Arial"/>
                <a:ea typeface="+mn-lt"/>
                <a:cs typeface="+mn-lt"/>
              </a:rPr>
              <a:t>PIL pro capite</a:t>
            </a:r>
            <a:r>
              <a:rPr lang="it-IT">
                <a:latin typeface="Arial"/>
                <a:ea typeface="+mn-lt"/>
                <a:cs typeface="+mn-lt"/>
              </a:rPr>
              <a:t> e </a:t>
            </a:r>
            <a:r>
              <a:rPr lang="it-IT" b="1">
                <a:latin typeface="Arial"/>
                <a:ea typeface="+mn-lt"/>
                <a:cs typeface="+mn-lt"/>
              </a:rPr>
              <a:t>energie rinnovabili</a:t>
            </a:r>
            <a:r>
              <a:rPr lang="it-IT">
                <a:latin typeface="Arial"/>
                <a:ea typeface="+mn-lt"/>
                <a:cs typeface="+mn-lt"/>
              </a:rPr>
              <a:t>)</a:t>
            </a:r>
            <a:endParaRPr lang="it-IT">
              <a:latin typeface="Arial"/>
              <a:cs typeface="Arial"/>
            </a:endParaRPr>
          </a:p>
          <a:p>
            <a:pPr marL="457200" indent="-457200"/>
            <a:r>
              <a:rPr lang="en-US" b="1">
                <a:latin typeface="Arial"/>
                <a:cs typeface="Arial"/>
              </a:rPr>
              <a:t>mm di </a:t>
            </a:r>
            <a:r>
              <a:rPr lang="en-US" b="1" err="1">
                <a:latin typeface="Arial"/>
                <a:cs typeface="Arial"/>
              </a:rPr>
              <a:t>pioggia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caduti</a:t>
            </a:r>
            <a:r>
              <a:rPr lang="en-US">
                <a:latin typeface="Arial"/>
                <a:cs typeface="Arial"/>
              </a:rPr>
              <a:t> in un anno (</a:t>
            </a:r>
            <a:r>
              <a:rPr lang="en-US" err="1">
                <a:latin typeface="Arial"/>
                <a:cs typeface="Arial"/>
              </a:rPr>
              <a:t>una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covariata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indipendente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dalle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altre</a:t>
            </a:r>
            <a:r>
              <a:rPr lang="en-US">
                <a:latin typeface="Arial"/>
                <a:cs typeface="Arial"/>
              </a:rPr>
              <a:t> ma con un </a:t>
            </a:r>
            <a:r>
              <a:rPr lang="en-US" err="1">
                <a:latin typeface="Arial"/>
                <a:cs typeface="Arial"/>
              </a:rPr>
              <a:t>potenziale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impatto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sulla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risposta</a:t>
            </a:r>
            <a:r>
              <a:rPr lang="en-US">
                <a:latin typeface="Arial"/>
                <a:cs typeface="Arial"/>
              </a:rPr>
              <a:t>)</a:t>
            </a:r>
          </a:p>
          <a:p>
            <a:pPr marL="0" indent="0">
              <a:buNone/>
            </a:pPr>
            <a:endParaRPr lang="it-IT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IT">
                <a:latin typeface="Arial"/>
                <a:cs typeface="Arial"/>
              </a:rPr>
              <a:t>Il </a:t>
            </a:r>
            <a:r>
              <a:rPr lang="en-IT" err="1">
                <a:latin typeface="Arial"/>
                <a:cs typeface="Arial"/>
              </a:rPr>
              <a:t>tutto</a:t>
            </a:r>
            <a:r>
              <a:rPr lang="en-IT">
                <a:latin typeface="Arial"/>
                <a:cs typeface="Arial"/>
              </a:rPr>
              <a:t> è </a:t>
            </a:r>
            <a:r>
              <a:rPr lang="en-IT" err="1">
                <a:latin typeface="Arial"/>
                <a:cs typeface="Arial"/>
              </a:rPr>
              <a:t>stato</a:t>
            </a:r>
            <a:r>
              <a:rPr lang="en-IT">
                <a:latin typeface="Arial"/>
                <a:cs typeface="Arial"/>
              </a:rPr>
              <a:t> </a:t>
            </a:r>
            <a:r>
              <a:rPr lang="en-IT" err="1">
                <a:latin typeface="Arial"/>
                <a:cs typeface="Arial"/>
              </a:rPr>
              <a:t>unito</a:t>
            </a:r>
            <a:r>
              <a:rPr lang="en-IT">
                <a:latin typeface="Arial"/>
                <a:cs typeface="Arial"/>
              </a:rPr>
              <a:t> e </a:t>
            </a:r>
            <a:r>
              <a:rPr lang="en-IT" err="1">
                <a:latin typeface="Arial"/>
                <a:cs typeface="Arial"/>
              </a:rPr>
              <a:t>pulito</a:t>
            </a:r>
            <a:r>
              <a:rPr lang="en-IT">
                <a:latin typeface="Arial"/>
                <a:cs typeface="Arial"/>
              </a:rPr>
              <a:t> </a:t>
            </a:r>
            <a:r>
              <a:rPr lang="en-IT" err="1">
                <a:latin typeface="Arial"/>
                <a:cs typeface="Arial"/>
              </a:rPr>
              <a:t>attraverso</a:t>
            </a:r>
            <a:r>
              <a:rPr lang="en-IT">
                <a:latin typeface="Arial"/>
                <a:cs typeface="Arial"/>
              </a:rPr>
              <a:t> la </a:t>
            </a:r>
            <a:r>
              <a:rPr lang="en-IT" err="1">
                <a:latin typeface="Arial"/>
                <a:cs typeface="Arial"/>
              </a:rPr>
              <a:t>libreria</a:t>
            </a:r>
            <a:r>
              <a:rPr lang="en-IT">
                <a:latin typeface="Arial"/>
                <a:cs typeface="Arial"/>
              </a:rPr>
              <a:t> pandas di python in modo da </a:t>
            </a:r>
            <a:r>
              <a:rPr lang="en-IT" err="1">
                <a:latin typeface="Arial"/>
                <a:cs typeface="Arial"/>
              </a:rPr>
              <a:t>ottenere</a:t>
            </a:r>
            <a:r>
              <a:rPr lang="en-IT">
                <a:latin typeface="Arial"/>
                <a:cs typeface="Arial"/>
              </a:rPr>
              <a:t> un dataset </a:t>
            </a:r>
            <a:r>
              <a:rPr lang="en-IT" err="1">
                <a:latin typeface="Arial"/>
                <a:cs typeface="Arial"/>
              </a:rPr>
              <a:t>completo</a:t>
            </a:r>
            <a:r>
              <a:rPr lang="en-IT">
                <a:latin typeface="Arial"/>
                <a:cs typeface="Arial"/>
              </a:rPr>
              <a:t> per </a:t>
            </a:r>
            <a:r>
              <a:rPr lang="en-IT" err="1">
                <a:latin typeface="Arial"/>
                <a:cs typeface="Arial"/>
              </a:rPr>
              <a:t>descrivere</a:t>
            </a:r>
            <a:r>
              <a:rPr lang="en-IT">
                <a:latin typeface="Arial"/>
                <a:cs typeface="Arial"/>
              </a:rPr>
              <a:t> il </a:t>
            </a:r>
            <a:r>
              <a:rPr lang="en-IT" err="1">
                <a:latin typeface="Arial"/>
                <a:cs typeface="Arial"/>
              </a:rPr>
              <a:t>modello</a:t>
            </a:r>
            <a:r>
              <a:rPr lang="en-IT">
                <a:latin typeface="Arial"/>
                <a:cs typeface="Arial"/>
              </a:rPr>
              <a:t>:</a:t>
            </a:r>
          </a:p>
          <a:p>
            <a:pPr marL="0" indent="0">
              <a:buNone/>
            </a:pPr>
            <a:r>
              <a:rPr lang="en-IT">
                <a:latin typeface="Arial"/>
                <a:cs typeface="Arial"/>
              </a:rPr>
              <a:t>     </a:t>
            </a:r>
            <a:r>
              <a:rPr lang="en-IT" b="1">
                <a:latin typeface="Arial"/>
                <a:cs typeface="Arial"/>
              </a:rPr>
              <a:t> AQI ~ PIL + renewables + </a:t>
            </a:r>
            <a:r>
              <a:rPr lang="en-IT" b="1" err="1">
                <a:latin typeface="Arial"/>
                <a:cs typeface="Arial"/>
              </a:rPr>
              <a:t>piogge</a:t>
            </a:r>
            <a:endParaRPr lang="en-IT" b="1">
              <a:latin typeface="Arial"/>
              <a:cs typeface="Arial"/>
            </a:endParaRPr>
          </a:p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4153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DB4E-F180-4C27-0377-C7F87BC6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>
                <a:latin typeface="Arial"/>
                <a:cs typeface="Arial"/>
              </a:rPr>
              <a:t>PIL pro capite: </a:t>
            </a:r>
            <a:r>
              <a:rPr lang="en-IT" err="1">
                <a:latin typeface="Arial"/>
                <a:cs typeface="Arial"/>
              </a:rPr>
              <a:t>covariata</a:t>
            </a:r>
            <a:r>
              <a:rPr lang="en-IT">
                <a:latin typeface="Arial"/>
                <a:cs typeface="Arial"/>
              </a:rPr>
              <a:t> problematica</a:t>
            </a:r>
            <a:endParaRPr lang="it-IT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51235-E0A9-A4FF-BB9C-DC8FFFE0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961"/>
            <a:ext cx="10515600" cy="4711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>
                <a:latin typeface="Arial"/>
                <a:cs typeface="Arial"/>
              </a:rPr>
              <a:t>Il PIL varia di diversi </a:t>
            </a:r>
            <a:r>
              <a:rPr lang="it-IT" b="1">
                <a:latin typeface="Arial"/>
                <a:cs typeface="Arial"/>
              </a:rPr>
              <a:t>ordini di grandezza</a:t>
            </a:r>
            <a:r>
              <a:rPr lang="it-IT">
                <a:latin typeface="Arial"/>
                <a:cs typeface="Arial"/>
              </a:rPr>
              <a:t> tra paesi, non può produrre una </a:t>
            </a:r>
            <a:r>
              <a:rPr lang="it-IT" err="1">
                <a:latin typeface="Arial"/>
                <a:cs typeface="Arial"/>
              </a:rPr>
              <a:t>covariata</a:t>
            </a:r>
            <a:r>
              <a:rPr lang="it-IT">
                <a:latin typeface="Arial"/>
                <a:cs typeface="Arial"/>
              </a:rPr>
              <a:t> utile per un modello lineare</a:t>
            </a:r>
          </a:p>
          <a:p>
            <a:r>
              <a:rPr lang="en-IT" b="1">
                <a:latin typeface="Arial"/>
                <a:cs typeface="Arial"/>
              </a:rPr>
              <a:t>PIL </a:t>
            </a:r>
            <a:r>
              <a:rPr lang="en-IT" b="1" err="1">
                <a:latin typeface="Arial"/>
                <a:cs typeface="Arial"/>
              </a:rPr>
              <a:t>logaritmico</a:t>
            </a:r>
            <a:r>
              <a:rPr lang="en-IT">
                <a:latin typeface="Arial"/>
                <a:cs typeface="Arial"/>
              </a:rPr>
              <a:t> </a:t>
            </a:r>
            <a:r>
              <a:rPr lang="en-IT" err="1">
                <a:latin typeface="Arial"/>
                <a:cs typeface="Arial"/>
              </a:rPr>
              <a:t>rende</a:t>
            </a:r>
            <a:r>
              <a:rPr lang="en-IT">
                <a:latin typeface="Arial"/>
                <a:cs typeface="Arial"/>
              </a:rPr>
              <a:t> le </a:t>
            </a:r>
            <a:r>
              <a:rPr lang="en-IT" err="1">
                <a:latin typeface="Arial"/>
                <a:cs typeface="Arial"/>
              </a:rPr>
              <a:t>differenze</a:t>
            </a:r>
            <a:r>
              <a:rPr lang="en-IT">
                <a:latin typeface="Arial"/>
                <a:cs typeface="Arial"/>
              </a:rPr>
              <a:t> </a:t>
            </a:r>
            <a:r>
              <a:rPr lang="en-IT" err="1">
                <a:latin typeface="Arial"/>
                <a:cs typeface="Arial"/>
              </a:rPr>
              <a:t>tra</a:t>
            </a:r>
            <a:r>
              <a:rPr lang="en-IT">
                <a:latin typeface="Arial"/>
                <a:cs typeface="Arial"/>
              </a:rPr>
              <a:t> </a:t>
            </a:r>
            <a:r>
              <a:rPr lang="en-IT" err="1">
                <a:latin typeface="Arial"/>
                <a:cs typeface="Arial"/>
              </a:rPr>
              <a:t>paesi</a:t>
            </a:r>
            <a:r>
              <a:rPr lang="en-IT">
                <a:latin typeface="Arial"/>
                <a:cs typeface="Arial"/>
              </a:rPr>
              <a:t> con PIL </a:t>
            </a:r>
            <a:r>
              <a:rPr lang="en-IT" err="1">
                <a:latin typeface="Arial"/>
                <a:cs typeface="Arial"/>
              </a:rPr>
              <a:t>bassi</a:t>
            </a:r>
            <a:r>
              <a:rPr lang="en-IT">
                <a:latin typeface="Arial"/>
                <a:cs typeface="Arial"/>
              </a:rPr>
              <a:t> </a:t>
            </a:r>
            <a:r>
              <a:rPr lang="en-IT" err="1">
                <a:latin typeface="Arial"/>
                <a:cs typeface="Arial"/>
              </a:rPr>
              <a:t>più</a:t>
            </a:r>
            <a:r>
              <a:rPr lang="en-IT">
                <a:latin typeface="Arial"/>
                <a:cs typeface="Arial"/>
              </a:rPr>
              <a:t> </a:t>
            </a:r>
            <a:r>
              <a:rPr lang="en-IT" err="1">
                <a:latin typeface="Arial"/>
                <a:cs typeface="Arial"/>
              </a:rPr>
              <a:t>evidenti</a:t>
            </a:r>
            <a:endParaRPr lang="en-IT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B295E-80BD-A08B-CD12-90D98FDD4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670" y="3330848"/>
            <a:ext cx="3955217" cy="3197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A9FE69-0FB7-074A-5B96-A167DD53D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830" y="3355695"/>
            <a:ext cx="3604591" cy="325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6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BBA9C-7CF6-223D-CEC9-880A24AA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Arial"/>
                <a:cs typeface="Arial"/>
              </a:rPr>
              <a:t>Verifica ipotesi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130C-A343-0968-73EE-D4CED8B6E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sz="3200" b="1">
                <a:latin typeface="Arial"/>
                <a:cs typeface="Arial"/>
              </a:rPr>
              <a:t>Normalità</a:t>
            </a:r>
            <a:r>
              <a:rPr lang="it-IT" sz="3200">
                <a:latin typeface="Arial"/>
                <a:cs typeface="Arial"/>
              </a:rPr>
              <a:t>  </a:t>
            </a:r>
          </a:p>
          <a:p>
            <a:pPr marL="0" indent="0">
              <a:buNone/>
            </a:pPr>
            <a:r>
              <a:rPr lang="en-IT">
                <a:latin typeface="Arial"/>
                <a:cs typeface="Arial"/>
              </a:rPr>
              <a:t>   I residui non sono normali </a:t>
            </a:r>
            <a:endParaRPr lang="it-IT" i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IT" sz="1800" i="1">
                <a:latin typeface="Arial"/>
                <a:cs typeface="Arial"/>
              </a:rPr>
              <a:t>      (p-</a:t>
            </a:r>
            <a:r>
              <a:rPr lang="en-IT" sz="1800" i="1" err="1">
                <a:latin typeface="Arial"/>
                <a:cs typeface="Arial"/>
              </a:rPr>
              <a:t>value</a:t>
            </a:r>
            <a:r>
              <a:rPr lang="en-IT" sz="1800" i="1">
                <a:latin typeface="Arial"/>
                <a:cs typeface="Arial"/>
              </a:rPr>
              <a:t> di Shapiro-test: 5,10e-6)</a:t>
            </a:r>
            <a:endParaRPr lang="it-IT" sz="1800" i="1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>
                <a:latin typeface="Arial"/>
                <a:cs typeface="Arial"/>
              </a:rPr>
              <a:t>   </a:t>
            </a:r>
            <a:r>
              <a:rPr lang="en-GB" err="1">
                <a:latin typeface="Arial"/>
                <a:cs typeface="Arial"/>
              </a:rPr>
              <a:t>Trasformazione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b="1">
                <a:latin typeface="Arial"/>
                <a:cs typeface="Arial"/>
              </a:rPr>
              <a:t>B</a:t>
            </a:r>
            <a:r>
              <a:rPr lang="en-IT" b="1">
                <a:latin typeface="Arial"/>
                <a:cs typeface="Arial"/>
              </a:rPr>
              <a:t>ox Cox</a:t>
            </a:r>
            <a:r>
              <a:rPr lang="en-IT">
                <a:latin typeface="Arial"/>
                <a:cs typeface="Arial"/>
              </a:rPr>
              <a:t> </a:t>
            </a:r>
            <a:endParaRPr lang="en-GB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IT" sz="1800" i="1">
                <a:latin typeface="Arial"/>
                <a:cs typeface="Arial"/>
              </a:rPr>
              <a:t>     (lambda: –0,06)</a:t>
            </a:r>
            <a:r>
              <a:rPr lang="en-IT" sz="1800">
                <a:latin typeface="Arial"/>
                <a:cs typeface="Arial"/>
              </a:rPr>
              <a:t> </a:t>
            </a:r>
          </a:p>
          <a:p>
            <a:pPr marL="0" indent="0">
              <a:buNone/>
            </a:pPr>
            <a:r>
              <a:rPr lang="en-GB">
                <a:latin typeface="Arial"/>
                <a:cs typeface="Arial"/>
              </a:rPr>
              <a:t>   Si </a:t>
            </a:r>
            <a:r>
              <a:rPr lang="en-GB" err="1">
                <a:latin typeface="Arial"/>
                <a:cs typeface="Arial"/>
              </a:rPr>
              <a:t>ricontrolla</a:t>
            </a:r>
            <a:r>
              <a:rPr lang="en-GB">
                <a:latin typeface="Arial"/>
                <a:cs typeface="Arial"/>
              </a:rPr>
              <a:t> la </a:t>
            </a:r>
            <a:r>
              <a:rPr lang="en-GB" err="1">
                <a:latin typeface="Arial"/>
                <a:cs typeface="Arial"/>
              </a:rPr>
              <a:t>normalità</a:t>
            </a:r>
            <a:endParaRPr lang="en-GB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sz="1800" i="1">
                <a:latin typeface="Arial"/>
                <a:cs typeface="Arial"/>
              </a:rPr>
              <a:t>     (p-value di Shapiro-test: 46,7%)</a:t>
            </a:r>
          </a:p>
          <a:p>
            <a:endParaRPr lang="en-GB">
              <a:latin typeface="Arial"/>
              <a:cs typeface="Arial"/>
            </a:endParaRPr>
          </a:p>
          <a:p>
            <a:endParaRPr lang="en-IT"/>
          </a:p>
        </p:txBody>
      </p:sp>
      <p:pic>
        <p:nvPicPr>
          <p:cNvPr id="6" name="Immagine 5" descr="Immagine che contiene testo, diagramma, Diagramma, schermata&#10;&#10;Descrizione generata automaticamente">
            <a:extLst>
              <a:ext uri="{FF2B5EF4-FFF2-40B4-BE49-F238E27FC236}">
                <a16:creationId xmlns:a16="http://schemas.microsoft.com/office/drawing/2014/main" id="{9A90523D-14B9-72B4-37B6-8A81909DF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996" y="1304544"/>
            <a:ext cx="2934885" cy="2316480"/>
          </a:xfrm>
          <a:prstGeom prst="rect">
            <a:avLst/>
          </a:prstGeom>
        </p:spPr>
      </p:pic>
      <p:pic>
        <p:nvPicPr>
          <p:cNvPr id="7" name="Immagine 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355EA247-AD29-344D-9D39-C9D100182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9685" y="1304544"/>
            <a:ext cx="2999038" cy="2510003"/>
          </a:xfrm>
          <a:prstGeom prst="rect">
            <a:avLst/>
          </a:prstGeom>
        </p:spPr>
      </p:pic>
      <p:pic>
        <p:nvPicPr>
          <p:cNvPr id="8" name="Immagine 7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56B54697-F0DF-C7B1-9879-C096AA404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605" y="3998976"/>
            <a:ext cx="2916597" cy="2584704"/>
          </a:xfrm>
          <a:prstGeom prst="rect">
            <a:avLst/>
          </a:prstGeom>
        </p:spPr>
      </p:pic>
      <p:pic>
        <p:nvPicPr>
          <p:cNvPr id="9" name="Immagine 8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678FD97A-EFAF-962B-FA48-38E37DB21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897" y="3998976"/>
            <a:ext cx="2825157" cy="2578608"/>
          </a:xfrm>
          <a:prstGeom prst="rect">
            <a:avLst/>
          </a:prstGeom>
        </p:spPr>
      </p:pic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D7F0CC0C-7B7F-9F69-77DF-74A3308DDCAC}"/>
              </a:ext>
            </a:extLst>
          </p:cNvPr>
          <p:cNvCxnSpPr/>
          <p:nvPr/>
        </p:nvCxnSpPr>
        <p:spPr>
          <a:xfrm flipH="1">
            <a:off x="2634343" y="3262086"/>
            <a:ext cx="4838" cy="1047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98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6D8DCF-C20B-1C53-4E1D-13EC6F319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5435"/>
            <a:ext cx="10830076" cy="57301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3200" b="1">
                <a:latin typeface="Arial"/>
                <a:cs typeface="Arial"/>
              </a:rPr>
              <a:t>Omoschedasticità</a:t>
            </a:r>
          </a:p>
          <a:p>
            <a:pPr marL="0" indent="0">
              <a:buNone/>
            </a:pPr>
            <a:r>
              <a:rPr lang="it-IT" sz="1800">
                <a:latin typeface="Arial"/>
                <a:cs typeface="Arial"/>
              </a:rPr>
              <a:t>   Il modulo dei residui sembra essere </a:t>
            </a:r>
            <a:r>
              <a:rPr lang="it-IT" sz="1800" err="1">
                <a:latin typeface="Arial"/>
                <a:cs typeface="Arial"/>
              </a:rPr>
              <a:t>scorrelato</a:t>
            </a:r>
            <a:r>
              <a:rPr lang="it-IT" sz="1800">
                <a:latin typeface="Arial"/>
                <a:cs typeface="Arial"/>
              </a:rPr>
              <a:t> </a:t>
            </a:r>
          </a:p>
          <a:p>
            <a:pPr marL="0" indent="0">
              <a:buNone/>
            </a:pPr>
            <a:r>
              <a:rPr lang="it-IT" sz="1800">
                <a:latin typeface="Arial"/>
                <a:cs typeface="Arial"/>
              </a:rPr>
              <a:t>   dal valore della risposta </a:t>
            </a:r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r>
              <a:rPr lang="it-IT" sz="3200" b="1" err="1">
                <a:latin typeface="Arial"/>
                <a:cs typeface="Arial"/>
              </a:rPr>
              <a:t>Covariate</a:t>
            </a:r>
            <a:r>
              <a:rPr lang="it-IT" sz="3200" b="1">
                <a:latin typeface="Arial"/>
                <a:cs typeface="Arial"/>
              </a:rPr>
              <a:t> </a:t>
            </a:r>
            <a:r>
              <a:rPr lang="it-IT" sz="3200" b="1" err="1">
                <a:latin typeface="Arial"/>
                <a:cs typeface="Arial"/>
              </a:rPr>
              <a:t>scorrelate</a:t>
            </a:r>
            <a:endParaRPr lang="it-IT" sz="3200" b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sz="1800">
                <a:latin typeface="Arial"/>
                <a:cs typeface="Arial"/>
              </a:rPr>
              <a:t>   Prevedibilmente non ci sono correlazioni rilevanti </a:t>
            </a:r>
            <a:endParaRPr lang="it-IT">
              <a:latin typeface="Arial"/>
              <a:cs typeface="Arial"/>
            </a:endParaRPr>
          </a:p>
          <a:p>
            <a:pPr marL="0" indent="0">
              <a:buNone/>
            </a:pPr>
            <a:r>
              <a:rPr lang="it-IT" sz="1800">
                <a:latin typeface="Arial"/>
                <a:cs typeface="Arial"/>
              </a:rPr>
              <a:t>   tra le </a:t>
            </a:r>
            <a:r>
              <a:rPr lang="it-IT" sz="1800" err="1">
                <a:latin typeface="Arial"/>
                <a:cs typeface="Arial"/>
              </a:rPr>
              <a:t>covariate</a:t>
            </a:r>
          </a:p>
        </p:txBody>
      </p:sp>
      <p:pic>
        <p:nvPicPr>
          <p:cNvPr id="4" name="Immagine 3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3C6A703C-F3C4-306E-958F-28907B54F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505" y="12386"/>
            <a:ext cx="4107049" cy="3378055"/>
          </a:xfrm>
          <a:prstGeom prst="rect">
            <a:avLst/>
          </a:prstGeom>
        </p:spPr>
      </p:pic>
      <p:pic>
        <p:nvPicPr>
          <p:cNvPr id="6" name="Immagine 5" descr="Immagine che contiene testo, diagramma, Diagramma&#10;&#10;Descrizione generata automaticamente">
            <a:extLst>
              <a:ext uri="{FF2B5EF4-FFF2-40B4-BE49-F238E27FC236}">
                <a16:creationId xmlns:a16="http://schemas.microsoft.com/office/drawing/2014/main" id="{20F16AF6-D1F9-E7C3-5C5B-85A3297AB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356" y="3425951"/>
            <a:ext cx="4107350" cy="319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6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E023-7D1F-A1EF-CA81-42B0A8F3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629" y="292554"/>
            <a:ext cx="10515600" cy="1325563"/>
          </a:xfrm>
        </p:spPr>
        <p:txBody>
          <a:bodyPr/>
          <a:lstStyle/>
          <a:p>
            <a:r>
              <a:rPr lang="en-IT">
                <a:latin typeface="Arial"/>
                <a:cs typeface="Arial"/>
              </a:rPr>
              <a:t>Risultati dei minimi quadrati</a:t>
            </a:r>
            <a:endParaRPr lang="it-IT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FD721-EBE7-D9B8-8859-87AC36950A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it-IT"/>
          </a:p>
          <a:p>
            <a:endParaRPr lang="en-US">
              <a:latin typeface="Arial"/>
              <a:ea typeface="+mn-lt"/>
              <a:cs typeface="+mn-lt"/>
            </a:endParaRPr>
          </a:p>
          <a:p>
            <a:endParaRPr lang="en-GB">
              <a:latin typeface="Arial"/>
              <a:cs typeface="Arial"/>
            </a:endParaRPr>
          </a:p>
          <a:p>
            <a:pPr marL="0" indent="0">
              <a:buNone/>
            </a:pPr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GB">
              <a:latin typeface="Arial"/>
              <a:cs typeface="Arial"/>
            </a:endParaRPr>
          </a:p>
          <a:p>
            <a:endParaRPr lang="en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F5C22967-8382-295C-95CA-20CEE8BE4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39628" y="2043339"/>
            <a:ext cx="3331029" cy="44239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400">
                <a:latin typeface="Arial"/>
                <a:cs typeface="Arial"/>
              </a:rPr>
              <a:t>Le </a:t>
            </a:r>
            <a:r>
              <a:rPr lang="en-GB" sz="2400" b="1" err="1">
                <a:latin typeface="Arial"/>
                <a:cs typeface="Arial"/>
              </a:rPr>
              <a:t>precipitazioni</a:t>
            </a:r>
            <a:r>
              <a:rPr lang="en-GB" sz="2400">
                <a:latin typeface="Arial"/>
                <a:cs typeface="Arial"/>
              </a:rPr>
              <a:t> </a:t>
            </a:r>
            <a:r>
              <a:rPr lang="en-GB" sz="2400" err="1">
                <a:latin typeface="Arial"/>
                <a:cs typeface="Arial"/>
              </a:rPr>
              <a:t>costituiscono</a:t>
            </a:r>
            <a:r>
              <a:rPr lang="en-GB" sz="2400">
                <a:latin typeface="Arial"/>
                <a:cs typeface="Arial"/>
              </a:rPr>
              <a:t> </a:t>
            </a:r>
            <a:r>
              <a:rPr lang="en-GB" sz="2400" err="1">
                <a:latin typeface="Arial"/>
                <a:cs typeface="Arial"/>
              </a:rPr>
              <a:t>potenzialmente</a:t>
            </a:r>
            <a:r>
              <a:rPr lang="en-GB" sz="2400">
                <a:latin typeface="Arial"/>
                <a:cs typeface="Arial"/>
              </a:rPr>
              <a:t> </a:t>
            </a:r>
            <a:r>
              <a:rPr lang="en-GB" sz="2400" err="1">
                <a:latin typeface="Arial"/>
                <a:cs typeface="Arial"/>
              </a:rPr>
              <a:t>una</a:t>
            </a:r>
            <a:r>
              <a:rPr lang="en-GB" sz="2400">
                <a:latin typeface="Arial"/>
                <a:cs typeface="Arial"/>
              </a:rPr>
              <a:t> </a:t>
            </a:r>
            <a:r>
              <a:rPr lang="en-GB" sz="2400" err="1">
                <a:latin typeface="Arial"/>
                <a:cs typeface="Arial"/>
              </a:rPr>
              <a:t>covariata</a:t>
            </a:r>
            <a:r>
              <a:rPr lang="en-GB" sz="2400" b="1">
                <a:latin typeface="Arial"/>
                <a:cs typeface="Arial"/>
              </a:rPr>
              <a:t> </a:t>
            </a:r>
            <a:r>
              <a:rPr lang="en-GB" sz="2400" b="1" err="1">
                <a:latin typeface="Arial"/>
                <a:cs typeface="Arial"/>
              </a:rPr>
              <a:t>superflua</a:t>
            </a:r>
            <a:endParaRPr lang="en-GB" sz="2400" b="1">
              <a:latin typeface="Arial"/>
              <a:cs typeface="Arial"/>
            </a:endParaRPr>
          </a:p>
          <a:p>
            <a:r>
              <a:rPr lang="en-GB" sz="2400">
                <a:latin typeface="Arial"/>
                <a:cs typeface="Arial"/>
              </a:rPr>
              <a:t>I </a:t>
            </a:r>
            <a:r>
              <a:rPr lang="en-GB" sz="2400" err="1">
                <a:latin typeface="Arial"/>
                <a:cs typeface="Arial"/>
              </a:rPr>
              <a:t>predittori</a:t>
            </a:r>
            <a:r>
              <a:rPr lang="en-GB" sz="2400">
                <a:latin typeface="Arial"/>
                <a:cs typeface="Arial"/>
              </a:rPr>
              <a:t> </a:t>
            </a:r>
            <a:r>
              <a:rPr lang="en-GB" sz="2400" err="1">
                <a:latin typeface="Arial"/>
                <a:cs typeface="Arial"/>
              </a:rPr>
              <a:t>hanno</a:t>
            </a:r>
            <a:r>
              <a:rPr lang="en-GB" sz="2400">
                <a:latin typeface="Arial"/>
                <a:cs typeface="Arial"/>
              </a:rPr>
              <a:t> un </a:t>
            </a:r>
            <a:r>
              <a:rPr lang="en-GB" sz="2400" b="1" err="1">
                <a:latin typeface="Arial"/>
                <a:cs typeface="Arial"/>
              </a:rPr>
              <a:t>impatto</a:t>
            </a:r>
            <a:r>
              <a:rPr lang="en-GB" sz="2400" b="1">
                <a:latin typeface="Arial"/>
                <a:cs typeface="Arial"/>
              </a:rPr>
              <a:t> </a:t>
            </a:r>
            <a:r>
              <a:rPr lang="en-GB" sz="2400" b="1" err="1">
                <a:latin typeface="Arial"/>
                <a:cs typeface="Arial"/>
              </a:rPr>
              <a:t>negativo</a:t>
            </a:r>
            <a:r>
              <a:rPr lang="en-GB" sz="2400">
                <a:latin typeface="Arial"/>
                <a:cs typeface="Arial"/>
              </a:rPr>
              <a:t> </a:t>
            </a:r>
            <a:r>
              <a:rPr lang="en-GB" sz="2400" err="1">
                <a:latin typeface="Arial"/>
                <a:cs typeface="Arial"/>
              </a:rPr>
              <a:t>sulla</a:t>
            </a:r>
            <a:r>
              <a:rPr lang="en-GB" sz="2400">
                <a:latin typeface="Arial"/>
                <a:cs typeface="Arial"/>
              </a:rPr>
              <a:t> </a:t>
            </a:r>
            <a:r>
              <a:rPr lang="en-GB" sz="2400" err="1">
                <a:latin typeface="Arial"/>
                <a:cs typeface="Arial"/>
              </a:rPr>
              <a:t>risposta</a:t>
            </a:r>
            <a:endParaRPr lang="en-GB" sz="240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>
              <a:latin typeface="Arial"/>
              <a:cs typeface="Arial"/>
            </a:endParaRPr>
          </a:p>
          <a:p>
            <a:endParaRPr lang="it-IT"/>
          </a:p>
        </p:txBody>
      </p:sp>
      <p:pic>
        <p:nvPicPr>
          <p:cNvPr id="4" name="Immagine 3" descr="Immagine che contiene Carattere, tipografia, testo&#10;&#10;Descrizione generata automaticamente">
            <a:extLst>
              <a:ext uri="{FF2B5EF4-FFF2-40B4-BE49-F238E27FC236}">
                <a16:creationId xmlns:a16="http://schemas.microsoft.com/office/drawing/2014/main" id="{CC730C21-86AE-DB5D-36CD-8093ADC6B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16" y="1622347"/>
            <a:ext cx="8860778" cy="404488"/>
          </a:xfrm>
          <a:prstGeom prst="rect">
            <a:avLst/>
          </a:prstGeo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6DD8A12B-B141-6AB9-AD38-3ED7E3569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834021"/>
              </p:ext>
            </p:extLst>
          </p:nvPr>
        </p:nvGraphicFramePr>
        <p:xfrm>
          <a:off x="761999" y="2527904"/>
          <a:ext cx="7887474" cy="2037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158">
                  <a:extLst>
                    <a:ext uri="{9D8B030D-6E8A-4147-A177-3AD203B41FA5}">
                      <a16:colId xmlns:a16="http://schemas.microsoft.com/office/drawing/2014/main" val="3852958401"/>
                    </a:ext>
                  </a:extLst>
                </a:gridCol>
                <a:gridCol w="2629158">
                  <a:extLst>
                    <a:ext uri="{9D8B030D-6E8A-4147-A177-3AD203B41FA5}">
                      <a16:colId xmlns:a16="http://schemas.microsoft.com/office/drawing/2014/main" val="4148241776"/>
                    </a:ext>
                  </a:extLst>
                </a:gridCol>
                <a:gridCol w="2629158">
                  <a:extLst>
                    <a:ext uri="{9D8B030D-6E8A-4147-A177-3AD203B41FA5}">
                      <a16:colId xmlns:a16="http://schemas.microsoft.com/office/drawing/2014/main" val="1413372112"/>
                    </a:ext>
                  </a:extLst>
                </a:gridCol>
              </a:tblGrid>
              <a:tr h="403214">
                <a:tc>
                  <a:txBody>
                    <a:bodyPr/>
                    <a:lstStyle/>
                    <a:p>
                      <a:r>
                        <a:rPr lang="it-IT" err="1"/>
                        <a:t>Covariata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>
                          <a:latin typeface="Aptos"/>
                        </a:rPr>
                        <a:t>Stima dei </a:t>
                      </a:r>
                      <a:r>
                        <a:rPr lang="it-IT" sz="1800" b="0" i="0" u="none" strike="noStrike" noProof="0"/>
                        <a:t>β</a:t>
                      </a:r>
                      <a:endParaRPr lang="it-IT" sz="1800" b="0" i="0" u="none" strike="noStrike" noProof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P-</a:t>
                      </a:r>
                      <a:r>
                        <a:rPr lang="it-IT" err="1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030033"/>
                  </a:ext>
                </a:extLst>
              </a:tr>
              <a:tr h="403214">
                <a:tc>
                  <a:txBody>
                    <a:bodyPr/>
                    <a:lstStyle/>
                    <a:p>
                      <a:r>
                        <a:rPr lang="it-IT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4.94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10^-16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502424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r>
                        <a:rPr lang="it-IT"/>
                        <a:t>Log(PIL)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-0.19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2.19%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422388"/>
                  </a:ext>
                </a:extLst>
              </a:tr>
              <a:tr h="403214">
                <a:tc>
                  <a:txBody>
                    <a:bodyPr/>
                    <a:lstStyle/>
                    <a:p>
                      <a:r>
                        <a:rPr lang="it-IT"/>
                        <a:t>Energie rinnovabili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7.68%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142620"/>
                  </a:ext>
                </a:extLst>
              </a:tr>
              <a:tr h="403214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rgbClr val="FF0000"/>
                          </a:solidFill>
                        </a:rPr>
                        <a:t>Precipitazioni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rgbClr val="FF0000"/>
                          </a:solidFill>
                        </a:rPr>
                        <a:t>-9*10^-5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rgbClr val="FF0000"/>
                          </a:solidFill>
                        </a:rPr>
                        <a:t>17.88%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529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79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CF306A-0186-548F-AB5C-ED23B597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Arial"/>
                <a:cs typeface="Arial"/>
              </a:rPr>
              <a:t>Rimuovere le precipitazioni dal modello?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BB0DFC-79A1-A77F-69E8-C9807B76C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3054"/>
            <a:ext cx="10672838" cy="470209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it-IT">
                <a:latin typeface="Arial"/>
                <a:cs typeface="Arial"/>
              </a:rPr>
              <a:t>Si effettua un </a:t>
            </a:r>
            <a:r>
              <a:rPr lang="it-IT" b="1">
                <a:latin typeface="Arial"/>
                <a:cs typeface="Arial"/>
              </a:rPr>
              <a:t>test di Fisher </a:t>
            </a:r>
            <a:r>
              <a:rPr lang="it-IT">
                <a:latin typeface="Arial"/>
                <a:cs typeface="Arial"/>
              </a:rPr>
              <a:t>per vedere se c'è evidenza statistica per affermare che la presenza delle precipitazioni cambia il modello:</a:t>
            </a:r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r>
              <a:rPr lang="it-IT">
                <a:latin typeface="Arial"/>
                <a:cs typeface="Arial"/>
              </a:rPr>
              <a:t>Il </a:t>
            </a:r>
            <a:r>
              <a:rPr lang="it-IT" b="1">
                <a:latin typeface="Arial"/>
                <a:cs typeface="Arial"/>
              </a:rPr>
              <a:t>p-</a:t>
            </a:r>
            <a:r>
              <a:rPr lang="it-IT" b="1" err="1">
                <a:latin typeface="Arial"/>
                <a:cs typeface="Arial"/>
              </a:rPr>
              <a:t>value</a:t>
            </a:r>
            <a:r>
              <a:rPr lang="it-IT" b="1">
                <a:latin typeface="Arial"/>
                <a:cs typeface="Arial"/>
              </a:rPr>
              <a:t> è 18% </a:t>
            </a:r>
            <a:r>
              <a:rPr lang="it-IT">
                <a:latin typeface="Arial"/>
                <a:cs typeface="Arial"/>
              </a:rPr>
              <a:t>non lo riteniamo sufficiente per rifiutare l'ipotesi che i modelli siano uguali</a:t>
            </a:r>
            <a:endParaRPr lang="it-IT"/>
          </a:p>
          <a:p>
            <a:r>
              <a:rPr lang="it-IT">
                <a:latin typeface="Arial"/>
                <a:cs typeface="Arial"/>
              </a:rPr>
              <a:t>Non è il nostro obiettivo descrivere la relazione tra inquinamento e piogge</a:t>
            </a:r>
          </a:p>
          <a:p>
            <a:r>
              <a:rPr lang="it-IT">
                <a:latin typeface="Arial"/>
                <a:cs typeface="Arial"/>
              </a:rPr>
              <a:t>Si decide quindi di </a:t>
            </a:r>
            <a:r>
              <a:rPr lang="it-IT" b="1">
                <a:latin typeface="Arial"/>
                <a:cs typeface="Arial"/>
              </a:rPr>
              <a:t>rimuovere le precipitazioni</a:t>
            </a:r>
          </a:p>
          <a:p>
            <a:endParaRPr lang="it-IT">
              <a:latin typeface="Arial"/>
              <a:cs typeface="Arial"/>
            </a:endParaRPr>
          </a:p>
        </p:txBody>
      </p:sp>
      <p:pic>
        <p:nvPicPr>
          <p:cNvPr id="4" name="Immagine 3" descr="Immagine che contiene testo, Carattere, calligrafia, bianco&#10;&#10;Descrizione generata automaticamente">
            <a:extLst>
              <a:ext uri="{FF2B5EF4-FFF2-40B4-BE49-F238E27FC236}">
                <a16:creationId xmlns:a16="http://schemas.microsoft.com/office/drawing/2014/main" id="{1F85EC91-4A41-52BB-2348-51D8FBF0C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661" y="2542528"/>
            <a:ext cx="4333494" cy="145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1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2BBEA7-9BC1-FBBF-B211-A08528A0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Arial"/>
                <a:cs typeface="Arial"/>
              </a:rPr>
              <a:t>Modello definitivo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8C650D-2B86-EBAB-0FD8-F59AEBD4FD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it-IT"/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endParaRPr lang="it-IT">
              <a:latin typeface="Arial"/>
              <a:cs typeface="Arial"/>
            </a:endParaRPr>
          </a:p>
          <a:p>
            <a:pPr marL="0" indent="0">
              <a:buNone/>
            </a:pPr>
            <a:endParaRPr lang="it-IT">
              <a:latin typeface="Arial"/>
              <a:cs typeface="Arial"/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4FF2669-A241-5084-D94A-60B8F7340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00962" y="2418293"/>
            <a:ext cx="3730169" cy="433924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it-IT">
                <a:latin typeface="Arial"/>
                <a:cs typeface="Arial"/>
              </a:rPr>
              <a:t>Sono state rifatte le </a:t>
            </a:r>
            <a:r>
              <a:rPr lang="it-IT" b="1">
                <a:latin typeface="Arial"/>
                <a:cs typeface="Arial"/>
              </a:rPr>
              <a:t>verifiche delle ipotesi</a:t>
            </a:r>
            <a:r>
              <a:rPr lang="it-IT">
                <a:latin typeface="Arial"/>
                <a:cs typeface="Arial"/>
              </a:rPr>
              <a:t> con risultati uguali a quelli precedenti</a:t>
            </a:r>
            <a:endParaRPr lang="it-IT"/>
          </a:p>
          <a:p>
            <a:endParaRPr lang="it-IT">
              <a:latin typeface="Arial"/>
              <a:cs typeface="Arial"/>
            </a:endParaRPr>
          </a:p>
          <a:p>
            <a:r>
              <a:rPr lang="it-IT">
                <a:latin typeface="Arial"/>
                <a:cs typeface="Arial"/>
              </a:rPr>
              <a:t>Con un </a:t>
            </a:r>
            <a:r>
              <a:rPr lang="it-IT" b="1">
                <a:latin typeface="Arial"/>
                <a:cs typeface="Arial"/>
              </a:rPr>
              <a:t>R^2 di 7.34%</a:t>
            </a:r>
            <a:r>
              <a:rPr lang="it-IT">
                <a:latin typeface="Arial"/>
                <a:cs typeface="Arial"/>
              </a:rPr>
              <a:t> e un R^2 aggiustato simile a prima della rimozione della </a:t>
            </a:r>
            <a:r>
              <a:rPr lang="it-IT" err="1">
                <a:latin typeface="Arial"/>
                <a:cs typeface="Arial"/>
              </a:rPr>
              <a:t>covariata</a:t>
            </a:r>
            <a:r>
              <a:rPr lang="it-IT">
                <a:latin typeface="Arial"/>
                <a:cs typeface="Arial"/>
              </a:rPr>
              <a:t> precipitazioni</a:t>
            </a:r>
            <a:endParaRPr lang="it-IT">
              <a:cs typeface="Arial"/>
            </a:endParaRPr>
          </a:p>
          <a:p>
            <a:endParaRPr lang="it-IT"/>
          </a:p>
        </p:txBody>
      </p:sp>
      <p:pic>
        <p:nvPicPr>
          <p:cNvPr id="5" name="Immagine 4" descr="Immagine che contiene Carattere, tipografia, testo, calligrafia&#10;&#10;Descrizione generata automaticamente">
            <a:extLst>
              <a:ext uri="{FF2B5EF4-FFF2-40B4-BE49-F238E27FC236}">
                <a16:creationId xmlns:a16="http://schemas.microsoft.com/office/drawing/2014/main" id="{5D1300E4-5B35-B97F-B0F6-5DC66B3E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85" y="1820741"/>
            <a:ext cx="7552312" cy="602661"/>
          </a:xfrm>
          <a:prstGeom prst="rect">
            <a:avLst/>
          </a:prstGeom>
        </p:spPr>
      </p:pic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7BAC9E8D-AD94-1C76-C72F-F4493C4F4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473185"/>
              </p:ext>
            </p:extLst>
          </p:nvPr>
        </p:nvGraphicFramePr>
        <p:xfrm>
          <a:off x="834571" y="3060095"/>
          <a:ext cx="7437978" cy="1542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9326">
                  <a:extLst>
                    <a:ext uri="{9D8B030D-6E8A-4147-A177-3AD203B41FA5}">
                      <a16:colId xmlns:a16="http://schemas.microsoft.com/office/drawing/2014/main" val="2184262764"/>
                    </a:ext>
                  </a:extLst>
                </a:gridCol>
                <a:gridCol w="2479326">
                  <a:extLst>
                    <a:ext uri="{9D8B030D-6E8A-4147-A177-3AD203B41FA5}">
                      <a16:colId xmlns:a16="http://schemas.microsoft.com/office/drawing/2014/main" val="4077848455"/>
                    </a:ext>
                  </a:extLst>
                </a:gridCol>
                <a:gridCol w="2479326">
                  <a:extLst>
                    <a:ext uri="{9D8B030D-6E8A-4147-A177-3AD203B41FA5}">
                      <a16:colId xmlns:a16="http://schemas.microsoft.com/office/drawing/2014/main" val="1901267939"/>
                    </a:ext>
                  </a:extLst>
                </a:gridCol>
              </a:tblGrid>
              <a:tr h="414861">
                <a:tc>
                  <a:txBody>
                    <a:bodyPr/>
                    <a:lstStyle/>
                    <a:p>
                      <a:r>
                        <a:rPr lang="it-IT" err="1"/>
                        <a:t>Covariata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b="0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Stima dei β</a:t>
                      </a:r>
                      <a:endParaRPr lang="it-IT" sz="1800" b="1" i="0" u="none" strike="noStrike" noProof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P-</a:t>
                      </a:r>
                      <a:r>
                        <a:rPr lang="it-IT" err="1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84433"/>
                  </a:ext>
                </a:extLst>
              </a:tr>
              <a:tr h="358290">
                <a:tc>
                  <a:txBody>
                    <a:bodyPr/>
                    <a:lstStyle/>
                    <a:p>
                      <a:r>
                        <a:rPr lang="it-IT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10^-16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80634"/>
                  </a:ext>
                </a:extLst>
              </a:tr>
              <a:tr h="358290">
                <a:tc>
                  <a:txBody>
                    <a:bodyPr/>
                    <a:lstStyle/>
                    <a:p>
                      <a:r>
                        <a:rPr lang="it-IT"/>
                        <a:t>Log(PIL)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-0.19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2.41%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77231"/>
                  </a:ext>
                </a:extLst>
              </a:tr>
              <a:tr h="396005">
                <a:tc>
                  <a:txBody>
                    <a:bodyPr/>
                    <a:lstStyle/>
                    <a:p>
                      <a:r>
                        <a:rPr lang="it-IT"/>
                        <a:t>Energie rinnovabili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-0.33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3.12%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88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929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689C-28D3-A42D-E849-8EA898D59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>
                <a:latin typeface="Arial"/>
                <a:cs typeface="Arial"/>
              </a:rPr>
              <a:t>Punti influenti</a:t>
            </a:r>
            <a:endParaRPr lang="it-IT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AD193-C506-3A5D-DD3C-EA22C9520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2577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342900">
              <a:lnSpc>
                <a:spcPct val="100000"/>
              </a:lnSpc>
              <a:spcBef>
                <a:spcPts val="300"/>
              </a:spcBef>
            </a:pPr>
            <a:r>
              <a:rPr lang="it-IT" sz="2400">
                <a:latin typeface="Arial"/>
                <a:cs typeface="Arial"/>
              </a:rPr>
              <a:t>Sono state fatte analisi con </a:t>
            </a:r>
            <a:r>
              <a:rPr lang="it-IT" sz="2400" b="1">
                <a:latin typeface="Arial"/>
                <a:cs typeface="Arial"/>
              </a:rPr>
              <a:t>residui </a:t>
            </a:r>
            <a:r>
              <a:rPr lang="it-IT" sz="2400" b="1" err="1">
                <a:latin typeface="Arial"/>
                <a:cs typeface="Arial"/>
              </a:rPr>
              <a:t>studentizzati</a:t>
            </a:r>
            <a:r>
              <a:rPr lang="it-IT" sz="2400">
                <a:latin typeface="Arial"/>
                <a:cs typeface="Arial"/>
              </a:rPr>
              <a:t>,</a:t>
            </a:r>
            <a:endParaRPr lang="it-IT">
              <a:latin typeface="Arial"/>
              <a:cs typeface="Arial"/>
            </a:endParaRPr>
          </a:p>
          <a:p>
            <a:pPr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it-IT" sz="2400">
                <a:latin typeface="Arial"/>
                <a:cs typeface="Arial"/>
              </a:rPr>
              <a:t>    </a:t>
            </a:r>
            <a:r>
              <a:rPr lang="it-IT" sz="2400" b="1">
                <a:latin typeface="Arial"/>
                <a:cs typeface="Arial"/>
              </a:rPr>
              <a:t>leverages</a:t>
            </a:r>
            <a:r>
              <a:rPr lang="it-IT" sz="2400">
                <a:latin typeface="Arial"/>
                <a:cs typeface="Arial"/>
              </a:rPr>
              <a:t> e </a:t>
            </a:r>
            <a:r>
              <a:rPr lang="it-IT" sz="2400" b="1">
                <a:latin typeface="Arial"/>
                <a:cs typeface="Arial"/>
              </a:rPr>
              <a:t>distanze di Cook</a:t>
            </a:r>
            <a:endParaRPr lang="it-IT" sz="2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it-IT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300"/>
              </a:spcBef>
            </a:pPr>
            <a:endParaRPr lang="it-IT" sz="240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300"/>
              </a:spcBef>
            </a:pPr>
            <a:endParaRPr lang="it-IT" sz="240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300"/>
              </a:spcBef>
            </a:pPr>
            <a:endParaRPr lang="it-IT" sz="2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it-IT" sz="2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it-IT">
              <a:latin typeface="Arial"/>
              <a:cs typeface="Arial"/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A18572A-86C5-D6D2-6830-B057D0818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1725" y="1704673"/>
            <a:ext cx="5592837" cy="47383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300"/>
              </a:spcBef>
            </a:pPr>
            <a:r>
              <a:rPr lang="it-IT" sz="2400">
                <a:latin typeface="Arial"/>
                <a:cs typeface="Arial"/>
              </a:rPr>
              <a:t>Si analizzano alcuni potenziali </a:t>
            </a:r>
            <a:r>
              <a:rPr lang="it-IT" sz="2400" b="1" err="1">
                <a:latin typeface="Arial"/>
                <a:cs typeface="Arial"/>
              </a:rPr>
              <a:t>outlier</a:t>
            </a:r>
            <a:r>
              <a:rPr lang="it-IT" sz="2400">
                <a:latin typeface="Arial"/>
                <a:cs typeface="Arial"/>
              </a:rPr>
              <a:t>:</a:t>
            </a:r>
            <a:endParaRPr lang="en-US" sz="2400">
              <a:latin typeface="Arial"/>
              <a:cs typeface="Arial"/>
            </a:endParaRPr>
          </a:p>
        </p:txBody>
      </p:sp>
      <p:pic>
        <p:nvPicPr>
          <p:cNvPr id="4" name="Immagine 3" descr="Immagine che contiene testo, schermata, diagramma, viola&#10;&#10;Descrizione generata automaticamente">
            <a:extLst>
              <a:ext uri="{FF2B5EF4-FFF2-40B4-BE49-F238E27FC236}">
                <a16:creationId xmlns:a16="http://schemas.microsoft.com/office/drawing/2014/main" id="{44E156E2-725E-16F7-78D4-4308546EC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174" y="3170765"/>
            <a:ext cx="4260427" cy="3450336"/>
          </a:xfrm>
          <a:prstGeom prst="rect">
            <a:avLst/>
          </a:prstGeom>
        </p:spPr>
      </p:pic>
      <p:pic>
        <p:nvPicPr>
          <p:cNvPr id="5" name="Immagine 4" descr="Immagine che contiene testo, diagramma, schermata, Diagramma&#10;&#10;Descrizione generata automaticamente">
            <a:extLst>
              <a:ext uri="{FF2B5EF4-FFF2-40B4-BE49-F238E27FC236}">
                <a16:creationId xmlns:a16="http://schemas.microsoft.com/office/drawing/2014/main" id="{4B90606C-F101-AD69-E50D-3D3E777E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06" y="2679868"/>
            <a:ext cx="3875039" cy="319145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8342D2F-64CE-B00C-3FEE-DE5678ABD311}"/>
              </a:ext>
            </a:extLst>
          </p:cNvPr>
          <p:cNvSpPr txBox="1"/>
          <p:nvPr/>
        </p:nvSpPr>
        <p:spPr>
          <a:xfrm>
            <a:off x="6589252" y="5863022"/>
            <a:ext cx="513107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>
                <a:latin typeface="Arial"/>
                <a:cs typeface="Arial"/>
              </a:rPr>
              <a:t>Non si trovano evidenze per eliminare alcun punto influente</a:t>
            </a:r>
          </a:p>
        </p:txBody>
      </p:sp>
    </p:spTree>
    <p:extLst>
      <p:ext uri="{BB962C8B-B14F-4D97-AF65-F5344CB8AC3E}">
        <p14:creationId xmlns:p14="http://schemas.microsoft.com/office/powerpoint/2010/main" val="1011386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56D03E-9ACA-8815-E6AC-A8870C98B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É </a:t>
            </a:r>
            <a:r>
              <a:rPr lang="en-US" err="1">
                <a:ea typeface="+mj-lt"/>
                <a:cs typeface="+mj-lt"/>
              </a:rPr>
              <a:t>preferibile</a:t>
            </a:r>
            <a:r>
              <a:rPr lang="en-US">
                <a:ea typeface="+mj-lt"/>
                <a:cs typeface="+mj-lt"/>
              </a:rPr>
              <a:t> un </a:t>
            </a:r>
            <a:r>
              <a:rPr lang="en-US" err="1">
                <a:ea typeface="+mj-lt"/>
                <a:cs typeface="+mj-lt"/>
              </a:rPr>
              <a:t>modello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più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complesso</a:t>
            </a:r>
            <a:r>
              <a:rPr lang="en-US">
                <a:ea typeface="+mj-lt"/>
                <a:cs typeface="+mj-lt"/>
              </a:rPr>
              <a:t>?</a:t>
            </a:r>
            <a:endParaRPr lang="en-US" err="1"/>
          </a:p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C0618-4EAE-AFF9-02CC-2551242E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92" y="1025209"/>
            <a:ext cx="11034408" cy="55327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Si esegue un'analisi di 10-fold cross-</a:t>
            </a:r>
            <a:r>
              <a:rPr lang="it-IT" err="1"/>
              <a:t>validation</a:t>
            </a:r>
            <a:r>
              <a:rPr lang="it-IT"/>
              <a:t> e LOOCV, osserviamo come varia l'errore di previsione al variare del grado polinomiale del modello:</a:t>
            </a:r>
          </a:p>
          <a:p>
            <a:endParaRPr lang="it-IT"/>
          </a:p>
          <a:p>
            <a:endParaRPr lang="it-IT"/>
          </a:p>
          <a:p>
            <a:endParaRPr lang="it-IT"/>
          </a:p>
          <a:p>
            <a:endParaRPr lang="it-IT"/>
          </a:p>
          <a:p>
            <a:endParaRPr lang="it-IT"/>
          </a:p>
          <a:p>
            <a:endParaRPr lang="it-IT">
              <a:ea typeface="+mn-lt"/>
              <a:cs typeface="+mn-lt"/>
            </a:endParaRPr>
          </a:p>
          <a:p>
            <a:r>
              <a:rPr lang="it-IT">
                <a:ea typeface="+mn-lt"/>
                <a:cs typeface="+mn-lt"/>
              </a:rPr>
              <a:t>Per evitare </a:t>
            </a:r>
            <a:r>
              <a:rPr lang="it-IT" err="1">
                <a:ea typeface="+mn-lt"/>
                <a:cs typeface="+mn-lt"/>
              </a:rPr>
              <a:t>overfitting</a:t>
            </a:r>
            <a:r>
              <a:rPr lang="it-IT">
                <a:ea typeface="+mn-lt"/>
                <a:cs typeface="+mn-lt"/>
              </a:rPr>
              <a:t> il </a:t>
            </a:r>
            <a:r>
              <a:rPr lang="it-IT"/>
              <a:t>grado </a:t>
            </a:r>
            <a:r>
              <a:rPr lang="it-IT" err="1"/>
              <a:t>polinomaile</a:t>
            </a:r>
            <a:r>
              <a:rPr lang="it-IT"/>
              <a:t> ottimo è 1o 2</a:t>
            </a:r>
          </a:p>
          <a:p>
            <a:r>
              <a:rPr lang="it-IT"/>
              <a:t>Per favorire la semplicità del  modello teniamo grado polinomiale p=1</a:t>
            </a:r>
          </a:p>
        </p:txBody>
      </p:sp>
      <p:pic>
        <p:nvPicPr>
          <p:cNvPr id="4" name="Immagine 3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603923E9-6CAB-BF05-C502-87049DB6D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58" y="1931957"/>
            <a:ext cx="3448335" cy="3441311"/>
          </a:xfrm>
          <a:prstGeom prst="rect">
            <a:avLst/>
          </a:prstGeom>
        </p:spPr>
      </p:pic>
      <p:pic>
        <p:nvPicPr>
          <p:cNvPr id="6" name="Immagine 5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556B279C-A641-6C64-4BB0-603DC1F71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816" y="1932432"/>
            <a:ext cx="3483921" cy="343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46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963D-959E-BF5E-4979-DB5702A6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90" y="389315"/>
            <a:ext cx="10515600" cy="1325563"/>
          </a:xfrm>
        </p:spPr>
        <p:txBody>
          <a:bodyPr/>
          <a:lstStyle/>
          <a:p>
            <a:r>
              <a:rPr lang="en-IT">
                <a:latin typeface="Arial"/>
                <a:cs typeface="Arial"/>
              </a:rPr>
              <a:t>Intervallo di previsione</a:t>
            </a:r>
            <a:endParaRPr lang="it-IT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88EA-9095-9B74-5183-3C6379FC1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032" y="1298933"/>
            <a:ext cx="11205577" cy="55317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endParaRPr lang="it-IT">
              <a:latin typeface="Arial"/>
              <a:cs typeface="Arial"/>
            </a:endParaRPr>
          </a:p>
          <a:p>
            <a:r>
              <a:rPr lang="it-IT">
                <a:latin typeface="Arial"/>
                <a:cs typeface="Arial"/>
              </a:rPr>
              <a:t>Intervallo di previsione al 95% per l'AQI medio della Moldavia (non presente nel dataset originale)</a:t>
            </a:r>
            <a:endParaRPr lang="it-IT"/>
          </a:p>
          <a:p>
            <a:pPr marL="0" indent="0">
              <a:buNone/>
            </a:pPr>
            <a:endParaRPr lang="it-IT">
              <a:latin typeface="Arial"/>
              <a:cs typeface="Arial"/>
            </a:endParaRPr>
          </a:p>
          <a:p>
            <a:pPr marL="0" indent="0">
              <a:buNone/>
            </a:pPr>
            <a:endParaRPr lang="it-IT">
              <a:latin typeface="Arial"/>
              <a:cs typeface="Arial"/>
            </a:endParaRPr>
          </a:p>
          <a:p>
            <a:r>
              <a:rPr lang="it-IT">
                <a:latin typeface="Arial"/>
                <a:cs typeface="Arial"/>
              </a:rPr>
              <a:t> Facendo l'esponenziale del risultato si ottiene: </a:t>
            </a:r>
            <a:endParaRPr lang="it-IT" sz="2200">
              <a:latin typeface="Arial"/>
              <a:ea typeface="+mn-lt"/>
              <a:cs typeface="Arial"/>
            </a:endParaRPr>
          </a:p>
          <a:p>
            <a:pPr marL="0" indent="0" algn="ctr">
              <a:buNone/>
            </a:pPr>
            <a:r>
              <a:rPr lang="it-IT" sz="3200" b="1">
                <a:latin typeface="Arial"/>
                <a:ea typeface="+mn-lt"/>
                <a:cs typeface="+mn-lt"/>
              </a:rPr>
              <a:t>IP</a:t>
            </a:r>
            <a:r>
              <a:rPr lang="it-IT" sz="1400" b="1">
                <a:latin typeface="Arial"/>
                <a:ea typeface="+mn-lt"/>
                <a:cs typeface="+mn-lt"/>
              </a:rPr>
              <a:t>95%</a:t>
            </a:r>
            <a:r>
              <a:rPr lang="it-IT" sz="3200" b="1">
                <a:latin typeface="Arial"/>
                <a:ea typeface="+mn-lt"/>
                <a:cs typeface="+mn-lt"/>
              </a:rPr>
              <a:t>(AQI) = [39.2 ; 98.8]</a:t>
            </a:r>
            <a:endParaRPr lang="it-IT" sz="3200">
              <a:latin typeface="Arial"/>
              <a:ea typeface="+mn-lt"/>
              <a:cs typeface="+mn-lt"/>
            </a:endParaRPr>
          </a:p>
          <a:p>
            <a:r>
              <a:rPr lang="it-IT">
                <a:latin typeface="Arial"/>
                <a:cs typeface="Arial"/>
              </a:rPr>
              <a:t> </a:t>
            </a:r>
            <a:r>
              <a:rPr lang="it-IT" b="1">
                <a:latin typeface="Arial"/>
                <a:cs typeface="Arial"/>
              </a:rPr>
              <a:t>L'intervallo è grande</a:t>
            </a:r>
            <a:r>
              <a:rPr lang="it-IT">
                <a:latin typeface="Arial"/>
                <a:cs typeface="Arial"/>
              </a:rPr>
              <a:t> perché la variabilità residua del modello è   elevata</a:t>
            </a:r>
          </a:p>
          <a:p>
            <a:pPr marL="0" indent="0">
              <a:buNone/>
            </a:pPr>
            <a:endParaRPr lang="it-IT">
              <a:latin typeface="Arial"/>
              <a:cs typeface="Arial"/>
            </a:endParaRPr>
          </a:p>
        </p:txBody>
      </p:sp>
      <p:pic>
        <p:nvPicPr>
          <p:cNvPr id="4" name="Immagine 3" descr="Immagine che contiene diagramma, linea, testo, Diagramma&#10;&#10;Descrizione generata automaticamente">
            <a:extLst>
              <a:ext uri="{FF2B5EF4-FFF2-40B4-BE49-F238E27FC236}">
                <a16:creationId xmlns:a16="http://schemas.microsoft.com/office/drawing/2014/main" id="{A8C5C0F6-2C96-C8A2-52B3-953E1678E7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845" r="96" b="10749"/>
          <a:stretch/>
        </p:blipFill>
        <p:spPr>
          <a:xfrm>
            <a:off x="3550515" y="5319686"/>
            <a:ext cx="4878558" cy="1527603"/>
          </a:xfrm>
          <a:prstGeom prst="rect">
            <a:avLst/>
          </a:prstGeom>
        </p:spPr>
      </p:pic>
      <p:pic>
        <p:nvPicPr>
          <p:cNvPr id="5" name="Immagine 4" descr="Immagine che contiene Carattere, testo, tipografia, bianco&#10;&#10;Descrizione generata automaticamente">
            <a:extLst>
              <a:ext uri="{FF2B5EF4-FFF2-40B4-BE49-F238E27FC236}">
                <a16:creationId xmlns:a16="http://schemas.microsoft.com/office/drawing/2014/main" id="{CACFF278-1B50-D1AF-088B-1F29791F0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385" y="2731681"/>
            <a:ext cx="6569034" cy="92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60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D2FE-4E04-C1BC-B67D-378FFB75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86" y="389315"/>
            <a:ext cx="10515600" cy="1325563"/>
          </a:xfrm>
        </p:spPr>
        <p:txBody>
          <a:bodyPr/>
          <a:lstStyle/>
          <a:p>
            <a:r>
              <a:rPr lang="en-GB">
                <a:latin typeface="Arial"/>
                <a:cs typeface="Arial"/>
              </a:rPr>
              <a:t>V</a:t>
            </a:r>
            <a:r>
              <a:rPr lang="en-IT" err="1">
                <a:latin typeface="Arial"/>
                <a:cs typeface="Arial"/>
              </a:rPr>
              <a:t>ariabilità</a:t>
            </a:r>
            <a:r>
              <a:rPr lang="en-IT">
                <a:latin typeface="Arial"/>
                <a:cs typeface="Arial"/>
              </a:rPr>
              <a:t> non </a:t>
            </a:r>
            <a:r>
              <a:rPr lang="en-IT" err="1">
                <a:latin typeface="Arial"/>
                <a:cs typeface="Arial"/>
              </a:rPr>
              <a:t>legata</a:t>
            </a:r>
            <a:r>
              <a:rPr lang="en-IT">
                <a:latin typeface="Arial"/>
                <a:cs typeface="Arial"/>
              </a:rPr>
              <a:t> </a:t>
            </a:r>
            <a:r>
              <a:rPr lang="en-IT" err="1">
                <a:latin typeface="Arial"/>
                <a:cs typeface="Arial"/>
              </a:rPr>
              <a:t>all’economia</a:t>
            </a:r>
            <a:endParaRPr lang="it-IT" err="1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632A8-25FD-3D62-745F-34244304D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412" y="3939267"/>
            <a:ext cx="6736588" cy="26694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2400">
                <a:latin typeface="Arial"/>
                <a:cs typeface="Arial"/>
              </a:rPr>
              <a:t>Le</a:t>
            </a:r>
            <a:r>
              <a:rPr lang="it-IT" sz="2400" b="1">
                <a:latin typeface="Arial"/>
                <a:cs typeface="Arial"/>
              </a:rPr>
              <a:t> ipotesi di normalità </a:t>
            </a:r>
            <a:r>
              <a:rPr lang="it-IT" sz="2400">
                <a:latin typeface="Arial"/>
                <a:cs typeface="Arial"/>
              </a:rPr>
              <a:t>sui due </a:t>
            </a:r>
            <a:r>
              <a:rPr lang="it-IT" sz="2400" err="1">
                <a:latin typeface="Arial"/>
                <a:cs typeface="Arial"/>
              </a:rPr>
              <a:t>sottinsiemi</a:t>
            </a:r>
            <a:r>
              <a:rPr lang="it-IT" sz="2400">
                <a:latin typeface="Arial"/>
                <a:cs typeface="Arial"/>
              </a:rPr>
              <a:t> sono verificate con log(AQI)</a:t>
            </a:r>
          </a:p>
          <a:p>
            <a:pPr marL="0" indent="0">
              <a:buNone/>
            </a:pPr>
            <a:r>
              <a:rPr lang="it-IT" sz="2400" i="1">
                <a:latin typeface="Arial"/>
                <a:cs typeface="Arial"/>
              </a:rPr>
              <a:t>   (Shapiro test 16% e 44%)</a:t>
            </a:r>
          </a:p>
          <a:p>
            <a:pPr marL="0" indent="0">
              <a:buNone/>
            </a:pPr>
            <a:endParaRPr lang="it-IT" sz="2400" i="1">
              <a:latin typeface="Arial"/>
              <a:cs typeface="Arial"/>
            </a:endParaRPr>
          </a:p>
          <a:p>
            <a:r>
              <a:rPr lang="it-IT" sz="2400" b="1">
                <a:latin typeface="Arial"/>
                <a:cs typeface="Arial"/>
              </a:rPr>
              <a:t>P-</a:t>
            </a:r>
            <a:r>
              <a:rPr lang="it-IT" sz="2400" b="1" err="1">
                <a:latin typeface="Arial"/>
                <a:cs typeface="Arial"/>
              </a:rPr>
              <a:t>value</a:t>
            </a:r>
            <a:r>
              <a:rPr lang="it-IT" sz="2400" b="1">
                <a:latin typeface="Arial"/>
                <a:cs typeface="Arial"/>
              </a:rPr>
              <a:t> del test ANOVA: 0.21% </a:t>
            </a:r>
            <a:r>
              <a:rPr lang="it-IT" sz="2400">
                <a:latin typeface="Arial"/>
                <a:cs typeface="Arial"/>
              </a:rPr>
              <a:t>forte evidenza statistica di </a:t>
            </a:r>
            <a:r>
              <a:rPr lang="it-IT" sz="2400" b="1">
                <a:latin typeface="Arial"/>
                <a:cs typeface="Arial"/>
              </a:rPr>
              <a:t>AQI medio diverso</a:t>
            </a:r>
            <a:endParaRPr lang="it-IT" b="1"/>
          </a:p>
          <a:p>
            <a:pPr marL="0" indent="0">
              <a:buNone/>
            </a:pPr>
            <a:r>
              <a:rPr lang="it-IT" sz="2400">
                <a:latin typeface="Arial"/>
                <a:cs typeface="Arial"/>
              </a:rPr>
              <a:t>   </a:t>
            </a:r>
            <a:endParaRPr lang="it-IT" sz="2400" b="1">
              <a:latin typeface="Arial"/>
              <a:cs typeface="Arial"/>
            </a:endParaRPr>
          </a:p>
        </p:txBody>
      </p:sp>
      <p:pic>
        <p:nvPicPr>
          <p:cNvPr id="4" name="Immagine 3" descr="Immagine che contiene testo, schermata, diagramma, Rettangolo&#10;&#10;Descrizione generata automaticamente">
            <a:extLst>
              <a:ext uri="{FF2B5EF4-FFF2-40B4-BE49-F238E27FC236}">
                <a16:creationId xmlns:a16="http://schemas.microsoft.com/office/drawing/2014/main" id="{BAA75922-7920-A05F-AD6A-C7285B1B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3336698"/>
            <a:ext cx="4622768" cy="337445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B716C2-9A32-CE97-1445-3B89A8A64519}"/>
              </a:ext>
            </a:extLst>
          </p:cNvPr>
          <p:cNvSpPr txBox="1"/>
          <p:nvPr/>
        </p:nvSpPr>
        <p:spPr>
          <a:xfrm>
            <a:off x="393264" y="1707288"/>
            <a:ext cx="11615251" cy="2824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it-IT" sz="2800" dirty="0">
                <a:latin typeface="Arial"/>
                <a:cs typeface="Arial"/>
              </a:rPr>
              <a:t>Sono stati usati solo predittori economici, usando esclusivamente questi non ci si può aspettare un modello esaustivo, per esempio </a:t>
            </a:r>
            <a:r>
              <a:rPr lang="it-IT" sz="2800" b="1" dirty="0">
                <a:latin typeface="Arial"/>
                <a:cs typeface="Arial"/>
              </a:rPr>
              <a:t>fattori geografici</a:t>
            </a:r>
            <a:r>
              <a:rPr lang="it-IT" sz="2800" dirty="0">
                <a:latin typeface="Arial"/>
                <a:cs typeface="Arial"/>
              </a:rPr>
              <a:t> non sono tenuti in considerazione. Abbiamo scelto di testare se è rilevante la differenza dell'AQI medio tra </a:t>
            </a:r>
            <a:r>
              <a:rPr lang="it-IT" sz="2800" b="1" dirty="0">
                <a:latin typeface="Arial"/>
                <a:cs typeface="Arial"/>
              </a:rPr>
              <a:t>isole </a:t>
            </a:r>
            <a:r>
              <a:rPr lang="it-IT" sz="2800" dirty="0">
                <a:latin typeface="Arial"/>
                <a:cs typeface="Arial"/>
              </a:rPr>
              <a:t>e gli altri paesi. Si è eseguito uno studio ANOVA.</a:t>
            </a:r>
            <a:endParaRPr lang="it-IT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it-IT" sz="2800" dirty="0">
              <a:latin typeface="Arial"/>
              <a:cs typeface="Arial"/>
            </a:endParaRPr>
          </a:p>
          <a:p>
            <a:pPr algn="l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7792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QUANTO L’ECONOMIA DI UN PAESE NE PREVEDE L’INQUINAMENTO?</vt:lpstr>
      <vt:lpstr>Come misurare l'inquinamento?</vt:lpstr>
      <vt:lpstr>Costruzione del dataset</vt:lpstr>
      <vt:lpstr>PIL pro capite: covariata problematica</vt:lpstr>
      <vt:lpstr>Verifica ipotesi</vt:lpstr>
      <vt:lpstr>Presentazione standard di PowerPoint</vt:lpstr>
      <vt:lpstr>Risultati dei minimi quadrati</vt:lpstr>
      <vt:lpstr>Rimuovere le precipitazioni dal modello?</vt:lpstr>
      <vt:lpstr>Modello definitivo</vt:lpstr>
      <vt:lpstr>Punti influenti</vt:lpstr>
      <vt:lpstr>É preferibile un modello più complesso? </vt:lpstr>
      <vt:lpstr>Intervallo di previsione</vt:lpstr>
      <vt:lpstr>Variabilità non legata all’economia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Quanto l’economia di un paese ne prevede l’inquinamento?</dc:title>
  <dc:creator>lorenzo.nalini@gmail.com</dc:creator>
  <cp:lastModifiedBy>Giorgio Mantoan</cp:lastModifiedBy>
  <cp:revision>2</cp:revision>
  <dcterms:created xsi:type="dcterms:W3CDTF">2024-06-22T11:46:50Z</dcterms:created>
  <dcterms:modified xsi:type="dcterms:W3CDTF">2025-09-21T17:14:08Z</dcterms:modified>
</cp:coreProperties>
</file>